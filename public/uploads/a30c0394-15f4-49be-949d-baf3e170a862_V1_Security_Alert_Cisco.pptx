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8" r:id="rId2"/>
  </p:sldMasterIdLst>
  <p:notesMasterIdLst>
    <p:notesMasterId r:id="rId20"/>
  </p:notesMasterIdLst>
  <p:sldIdLst>
    <p:sldId id="259" r:id="rId3"/>
    <p:sldId id="2147476029" r:id="rId4"/>
    <p:sldId id="261" r:id="rId5"/>
    <p:sldId id="2147476037" r:id="rId6"/>
    <p:sldId id="2147476051" r:id="rId7"/>
    <p:sldId id="2147476052" r:id="rId8"/>
    <p:sldId id="2147476053" r:id="rId9"/>
    <p:sldId id="2147476054" r:id="rId10"/>
    <p:sldId id="2147476055" r:id="rId11"/>
    <p:sldId id="2147476056" r:id="rId12"/>
    <p:sldId id="2147476057" r:id="rId13"/>
    <p:sldId id="2147476058" r:id="rId14"/>
    <p:sldId id="2147476059" r:id="rId15"/>
    <p:sldId id="2147476060" r:id="rId16"/>
    <p:sldId id="2147476061" r:id="rId17"/>
    <p:sldId id="2147476046" r:id="rId18"/>
    <p:sldId id="30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EDFF"/>
    <a:srgbClr val="4DA72E"/>
    <a:srgbClr val="00AA48"/>
    <a:srgbClr val="A7A7A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7E7FBB-7E4A-42A1-BB48-6F7EF66FE47A}" v="45" dt="2025-10-10T09:40:19.33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886"/>
    <p:restoredTop sz="96154"/>
  </p:normalViewPr>
  <p:slideViewPr>
    <p:cSldViewPr snapToGrid="0">
      <p:cViewPr>
        <p:scale>
          <a:sx n="50" d="100"/>
          <a:sy n="50" d="100"/>
        </p:scale>
        <p:origin x="1452" y="8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8DB406-3042-A34A-9862-50399A879C2D}" type="datetimeFigureOut">
              <a:rPr lang="en-US" smtClean="0"/>
              <a:t>11/6/2025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76162D-1EF4-114D-B59C-1622B774269D}" type="slidenum">
              <a:rPr lang="en-US" smtClean="0"/>
              <a:t>‹#›</a:t>
            </a:fld>
            <a:endParaRPr lang="en-US"/>
          </a:p>
        </p:txBody>
      </p:sp>
    </p:spTree>
    <p:extLst>
      <p:ext uri="{BB962C8B-B14F-4D97-AF65-F5344CB8AC3E}">
        <p14:creationId xmlns:p14="http://schemas.microsoft.com/office/powerpoint/2010/main" val="38012579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08774-9592-932F-7F88-349F604C35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B17980-747B-E998-DF64-99B138A4AC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469CB2-935A-FB1E-95D2-222D6895DB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5975E8A-962C-6C55-01D9-38340E5FE411}"/>
              </a:ext>
            </a:extLst>
          </p:cNvPr>
          <p:cNvSpPr>
            <a:spLocks noGrp="1"/>
          </p:cNvSpPr>
          <p:nvPr>
            <p:ph type="sldNum" sz="quarter" idx="5"/>
          </p:nvPr>
        </p:nvSpPr>
        <p:spPr/>
        <p:txBody>
          <a:bodyPr/>
          <a:lstStyle/>
          <a:p>
            <a:fld id="{7A76162D-1EF4-114D-B59C-1622B774269D}" type="slidenum">
              <a:rPr lang="en-US" smtClean="0"/>
              <a:t>4</a:t>
            </a:fld>
            <a:endParaRPr lang="en-US"/>
          </a:p>
        </p:txBody>
      </p:sp>
    </p:spTree>
    <p:extLst>
      <p:ext uri="{BB962C8B-B14F-4D97-AF65-F5344CB8AC3E}">
        <p14:creationId xmlns:p14="http://schemas.microsoft.com/office/powerpoint/2010/main" val="31570267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E6A80-295F-1973-F1D8-2B52797D4C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8E0DA5-91B3-1D0F-5CC8-989E257AFF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A6B11C-632B-0DEC-B320-04684B2F871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6A4D75-CA93-7490-D4E3-CC96F099E16F}"/>
              </a:ext>
            </a:extLst>
          </p:cNvPr>
          <p:cNvSpPr>
            <a:spLocks noGrp="1"/>
          </p:cNvSpPr>
          <p:nvPr>
            <p:ph type="sldNum" sz="quarter" idx="5"/>
          </p:nvPr>
        </p:nvSpPr>
        <p:spPr/>
        <p:txBody>
          <a:bodyPr/>
          <a:lstStyle/>
          <a:p>
            <a:fld id="{7A76162D-1EF4-114D-B59C-1622B774269D}" type="slidenum">
              <a:rPr lang="en-US" smtClean="0"/>
              <a:t>5</a:t>
            </a:fld>
            <a:endParaRPr lang="en-US"/>
          </a:p>
        </p:txBody>
      </p:sp>
    </p:spTree>
    <p:extLst>
      <p:ext uri="{BB962C8B-B14F-4D97-AF65-F5344CB8AC3E}">
        <p14:creationId xmlns:p14="http://schemas.microsoft.com/office/powerpoint/2010/main" val="4204571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34ADA-CA7B-2210-900B-879318FE80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C8EEA7-8218-B50C-ABDF-18CD3C88E2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1C43CB-3AE9-CFCB-3FAF-E92059E157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9D8419D-5C79-598F-1F87-2E3A005FD4A2}"/>
              </a:ext>
            </a:extLst>
          </p:cNvPr>
          <p:cNvSpPr>
            <a:spLocks noGrp="1"/>
          </p:cNvSpPr>
          <p:nvPr>
            <p:ph type="sldNum" sz="quarter" idx="5"/>
          </p:nvPr>
        </p:nvSpPr>
        <p:spPr/>
        <p:txBody>
          <a:bodyPr/>
          <a:lstStyle/>
          <a:p>
            <a:fld id="{7A76162D-1EF4-114D-B59C-1622B774269D}" type="slidenum">
              <a:rPr lang="en-US" smtClean="0"/>
              <a:t>6</a:t>
            </a:fld>
            <a:endParaRPr lang="en-US"/>
          </a:p>
        </p:txBody>
      </p:sp>
    </p:spTree>
    <p:extLst>
      <p:ext uri="{BB962C8B-B14F-4D97-AF65-F5344CB8AC3E}">
        <p14:creationId xmlns:p14="http://schemas.microsoft.com/office/powerpoint/2010/main" val="32353126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6749F-8DD5-8699-39E7-20F40E4664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921475-46C0-8963-A3E5-7195CD1925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D1DD70-11F4-97A1-51FC-81459D3281A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F7D59C5-71E2-0355-6EE6-664215D0B2AD}"/>
              </a:ext>
            </a:extLst>
          </p:cNvPr>
          <p:cNvSpPr>
            <a:spLocks noGrp="1"/>
          </p:cNvSpPr>
          <p:nvPr>
            <p:ph type="sldNum" sz="quarter" idx="5"/>
          </p:nvPr>
        </p:nvSpPr>
        <p:spPr/>
        <p:txBody>
          <a:bodyPr/>
          <a:lstStyle/>
          <a:p>
            <a:fld id="{7A76162D-1EF4-114D-B59C-1622B774269D}" type="slidenum">
              <a:rPr lang="en-US" smtClean="0"/>
              <a:t>7</a:t>
            </a:fld>
            <a:endParaRPr lang="en-US"/>
          </a:p>
        </p:txBody>
      </p:sp>
    </p:spTree>
    <p:extLst>
      <p:ext uri="{BB962C8B-B14F-4D97-AF65-F5344CB8AC3E}">
        <p14:creationId xmlns:p14="http://schemas.microsoft.com/office/powerpoint/2010/main" val="13124795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0FC63B-5CE8-1DEA-9981-4BBDAECE9F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0D500D-6971-934C-FA1C-305C4D57BD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B3ACD0-DF26-38F3-43BC-684A1A5D5C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F0E3816-FB1C-3DA7-39B6-D170CB43B094}"/>
              </a:ext>
            </a:extLst>
          </p:cNvPr>
          <p:cNvSpPr>
            <a:spLocks noGrp="1"/>
          </p:cNvSpPr>
          <p:nvPr>
            <p:ph type="sldNum" sz="quarter" idx="5"/>
          </p:nvPr>
        </p:nvSpPr>
        <p:spPr/>
        <p:txBody>
          <a:bodyPr/>
          <a:lstStyle/>
          <a:p>
            <a:fld id="{7A76162D-1EF4-114D-B59C-1622B774269D}" type="slidenum">
              <a:rPr lang="en-US" smtClean="0"/>
              <a:t>8</a:t>
            </a:fld>
            <a:endParaRPr lang="en-US"/>
          </a:p>
        </p:txBody>
      </p:sp>
    </p:spTree>
    <p:extLst>
      <p:ext uri="{BB962C8B-B14F-4D97-AF65-F5344CB8AC3E}">
        <p14:creationId xmlns:p14="http://schemas.microsoft.com/office/powerpoint/2010/main" val="1931957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13F6B-F3DD-2A74-7F5A-604E60B531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B48B61-32B7-6215-5CE2-6879CFCCF7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30B60A-B2DB-ED9C-BDBE-E39DDC2829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A3E3713-3816-786C-37BE-985A787101EE}"/>
              </a:ext>
            </a:extLst>
          </p:cNvPr>
          <p:cNvSpPr>
            <a:spLocks noGrp="1"/>
          </p:cNvSpPr>
          <p:nvPr>
            <p:ph type="sldNum" sz="quarter" idx="5"/>
          </p:nvPr>
        </p:nvSpPr>
        <p:spPr/>
        <p:txBody>
          <a:bodyPr/>
          <a:lstStyle/>
          <a:p>
            <a:fld id="{7A76162D-1EF4-114D-B59C-1622B774269D}" type="slidenum">
              <a:rPr lang="en-US" smtClean="0"/>
              <a:t>9</a:t>
            </a:fld>
            <a:endParaRPr lang="en-US"/>
          </a:p>
        </p:txBody>
      </p:sp>
    </p:spTree>
    <p:extLst>
      <p:ext uri="{BB962C8B-B14F-4D97-AF65-F5344CB8AC3E}">
        <p14:creationId xmlns:p14="http://schemas.microsoft.com/office/powerpoint/2010/main" val="22760569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F1D240-6571-FB47-99B1-E217F7132B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89E4AB-49D6-5BCA-533E-4F8B1C5706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1A9CFB-D1B5-C332-F6F0-0556A714601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DF348FE-D924-D0A8-95E5-070A284E0128}"/>
              </a:ext>
            </a:extLst>
          </p:cNvPr>
          <p:cNvSpPr>
            <a:spLocks noGrp="1"/>
          </p:cNvSpPr>
          <p:nvPr>
            <p:ph type="sldNum" sz="quarter" idx="5"/>
          </p:nvPr>
        </p:nvSpPr>
        <p:spPr/>
        <p:txBody>
          <a:bodyPr/>
          <a:lstStyle/>
          <a:p>
            <a:fld id="{7A76162D-1EF4-114D-B59C-1622B774269D}" type="slidenum">
              <a:rPr lang="en-US" smtClean="0"/>
              <a:t>10</a:t>
            </a:fld>
            <a:endParaRPr lang="en-US"/>
          </a:p>
        </p:txBody>
      </p:sp>
    </p:spTree>
    <p:extLst>
      <p:ext uri="{BB962C8B-B14F-4D97-AF65-F5344CB8AC3E}">
        <p14:creationId xmlns:p14="http://schemas.microsoft.com/office/powerpoint/2010/main" val="4802681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9558F-D8B9-F4F7-27B9-FFCED5A897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A91B86-2A19-37B3-2FF4-40C58BF813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6EB606-9DFF-63AE-9134-ED97F8825DF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3A694F2-B218-5CB9-62F1-311398987D00}"/>
              </a:ext>
            </a:extLst>
          </p:cNvPr>
          <p:cNvSpPr>
            <a:spLocks noGrp="1"/>
          </p:cNvSpPr>
          <p:nvPr>
            <p:ph type="sldNum" sz="quarter" idx="5"/>
          </p:nvPr>
        </p:nvSpPr>
        <p:spPr/>
        <p:txBody>
          <a:bodyPr/>
          <a:lstStyle/>
          <a:p>
            <a:fld id="{7A76162D-1EF4-114D-B59C-1622B774269D}" type="slidenum">
              <a:rPr lang="en-US" smtClean="0"/>
              <a:t>11</a:t>
            </a:fld>
            <a:endParaRPr lang="en-US"/>
          </a:p>
        </p:txBody>
      </p:sp>
    </p:spTree>
    <p:extLst>
      <p:ext uri="{BB962C8B-B14F-4D97-AF65-F5344CB8AC3E}">
        <p14:creationId xmlns:p14="http://schemas.microsoft.com/office/powerpoint/2010/main" val="24051603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51299-1A9F-4B1F-3D74-621ECE333E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E56153-AD68-1EEE-8A58-EB06FB6C36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85AF02-A590-C9EA-7144-E24681CD7B7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337DD2-E964-F284-6C0A-0FF6F6819C16}"/>
              </a:ext>
            </a:extLst>
          </p:cNvPr>
          <p:cNvSpPr>
            <a:spLocks noGrp="1"/>
          </p:cNvSpPr>
          <p:nvPr>
            <p:ph type="sldNum" sz="quarter" idx="5"/>
          </p:nvPr>
        </p:nvSpPr>
        <p:spPr/>
        <p:txBody>
          <a:bodyPr/>
          <a:lstStyle/>
          <a:p>
            <a:fld id="{7A76162D-1EF4-114D-B59C-1622B774269D}" type="slidenum">
              <a:rPr lang="en-US" smtClean="0"/>
              <a:t>12</a:t>
            </a:fld>
            <a:endParaRPr lang="en-US"/>
          </a:p>
        </p:txBody>
      </p:sp>
    </p:spTree>
    <p:extLst>
      <p:ext uri="{BB962C8B-B14F-4D97-AF65-F5344CB8AC3E}">
        <p14:creationId xmlns:p14="http://schemas.microsoft.com/office/powerpoint/2010/main" val="10007158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5BFA0-814D-3F0A-1D9D-8AB5ADD47E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6EF559-BC55-35DD-A897-2D723B4913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11E784-26EF-0349-4721-2EF61C09C85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535B858-D2DB-6311-E7AA-5CF70E09EFA6}"/>
              </a:ext>
            </a:extLst>
          </p:cNvPr>
          <p:cNvSpPr>
            <a:spLocks noGrp="1"/>
          </p:cNvSpPr>
          <p:nvPr>
            <p:ph type="sldNum" sz="quarter" idx="5"/>
          </p:nvPr>
        </p:nvSpPr>
        <p:spPr/>
        <p:txBody>
          <a:bodyPr/>
          <a:lstStyle/>
          <a:p>
            <a:fld id="{7A76162D-1EF4-114D-B59C-1622B774269D}" type="slidenum">
              <a:rPr lang="en-US" smtClean="0"/>
              <a:t>13</a:t>
            </a:fld>
            <a:endParaRPr lang="en-US"/>
          </a:p>
        </p:txBody>
      </p:sp>
    </p:spTree>
    <p:extLst>
      <p:ext uri="{BB962C8B-B14F-4D97-AF65-F5344CB8AC3E}">
        <p14:creationId xmlns:p14="http://schemas.microsoft.com/office/powerpoint/2010/main" val="38108716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A85F0-D893-44CB-A4BE-FB973B8F94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C25E88-23C1-F67A-8A44-CBEF6F0439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3F0ACE-2C11-6854-AA50-80AAF9A74B1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4D5FC7-4B8B-C90B-7E56-BDBA4E1A6FC3}"/>
              </a:ext>
            </a:extLst>
          </p:cNvPr>
          <p:cNvSpPr>
            <a:spLocks noGrp="1"/>
          </p:cNvSpPr>
          <p:nvPr>
            <p:ph type="sldNum" sz="quarter" idx="5"/>
          </p:nvPr>
        </p:nvSpPr>
        <p:spPr/>
        <p:txBody>
          <a:bodyPr/>
          <a:lstStyle/>
          <a:p>
            <a:fld id="{7A76162D-1EF4-114D-B59C-1622B774269D}" type="slidenum">
              <a:rPr lang="en-US" smtClean="0"/>
              <a:t>14</a:t>
            </a:fld>
            <a:endParaRPr lang="en-US"/>
          </a:p>
        </p:txBody>
      </p:sp>
    </p:spTree>
    <p:extLst>
      <p:ext uri="{BB962C8B-B14F-4D97-AF65-F5344CB8AC3E}">
        <p14:creationId xmlns:p14="http://schemas.microsoft.com/office/powerpoint/2010/main" val="28171171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F969C-DE1B-10C1-D66F-3AF0DD6C66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11C3ED-BD1D-75AC-FAE9-82EBF4B616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8E033C-EC68-7786-9081-273A0C37E07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CC2AE1B-D2BB-32D0-ACF3-25356D952F80}"/>
              </a:ext>
            </a:extLst>
          </p:cNvPr>
          <p:cNvSpPr>
            <a:spLocks noGrp="1"/>
          </p:cNvSpPr>
          <p:nvPr>
            <p:ph type="sldNum" sz="quarter" idx="5"/>
          </p:nvPr>
        </p:nvSpPr>
        <p:spPr/>
        <p:txBody>
          <a:bodyPr/>
          <a:lstStyle/>
          <a:p>
            <a:fld id="{7A76162D-1EF4-114D-B59C-1622B774269D}" type="slidenum">
              <a:rPr lang="en-US" smtClean="0"/>
              <a:t>15</a:t>
            </a:fld>
            <a:endParaRPr lang="en-US"/>
          </a:p>
        </p:txBody>
      </p:sp>
    </p:spTree>
    <p:extLst>
      <p:ext uri="{BB962C8B-B14F-4D97-AF65-F5344CB8AC3E}">
        <p14:creationId xmlns:p14="http://schemas.microsoft.com/office/powerpoint/2010/main" val="35407357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48738-DD83-D020-7FC8-84220BE846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C38F98-B5C7-F8F5-D224-6D96B9E76F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DB6590-4057-894A-70F0-2899903A7A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FB075A-5D65-590D-5D0D-53956148DC20}"/>
              </a:ext>
            </a:extLst>
          </p:cNvPr>
          <p:cNvSpPr>
            <a:spLocks noGrp="1"/>
          </p:cNvSpPr>
          <p:nvPr>
            <p:ph type="sldNum" sz="quarter" idx="5"/>
          </p:nvPr>
        </p:nvSpPr>
        <p:spPr/>
        <p:txBody>
          <a:bodyPr/>
          <a:lstStyle/>
          <a:p>
            <a:fld id="{7A76162D-1EF4-114D-B59C-1622B774269D}" type="slidenum">
              <a:rPr lang="en-US" smtClean="0"/>
              <a:t>16</a:t>
            </a:fld>
            <a:endParaRPr lang="en-US"/>
          </a:p>
        </p:txBody>
      </p:sp>
    </p:spTree>
    <p:extLst>
      <p:ext uri="{BB962C8B-B14F-4D97-AF65-F5344CB8AC3E}">
        <p14:creationId xmlns:p14="http://schemas.microsoft.com/office/powerpoint/2010/main" val="95705308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A845B38E-82D2-ABF2-A42A-5232BA02FFBC}"/>
              </a:ext>
            </a:extLst>
          </p:cNvPr>
          <p:cNvCxnSpPr/>
          <p:nvPr userDrawn="1"/>
        </p:nvCxnSpPr>
        <p:spPr>
          <a:xfrm>
            <a:off x="492475" y="243840"/>
            <a:ext cx="0" cy="559260"/>
          </a:xfrm>
          <a:prstGeom prst="line">
            <a:avLst/>
          </a:prstGeom>
          <a:ln w="57150">
            <a:solidFill>
              <a:srgbClr val="EB4925"/>
            </a:solidFill>
          </a:ln>
        </p:spPr>
        <p:style>
          <a:lnRef idx="1">
            <a:schemeClr val="accent1"/>
          </a:lnRef>
          <a:fillRef idx="0">
            <a:schemeClr val="accent1"/>
          </a:fillRef>
          <a:effectRef idx="0">
            <a:schemeClr val="accent1"/>
          </a:effectRef>
          <a:fontRef idx="minor">
            <a:schemeClr val="tx1"/>
          </a:fontRef>
        </p:style>
      </p:cxnSp>
      <p:sp>
        <p:nvSpPr>
          <p:cNvPr id="9" name="Text Placeholder 8">
            <a:extLst>
              <a:ext uri="{FF2B5EF4-FFF2-40B4-BE49-F238E27FC236}">
                <a16:creationId xmlns:a16="http://schemas.microsoft.com/office/drawing/2014/main" id="{804AF68B-8698-4090-E6D2-52ACC8FDECF1}"/>
              </a:ext>
            </a:extLst>
          </p:cNvPr>
          <p:cNvSpPr>
            <a:spLocks noGrp="1"/>
          </p:cNvSpPr>
          <p:nvPr>
            <p:ph type="body" sz="quarter" idx="10" hasCustomPrompt="1"/>
          </p:nvPr>
        </p:nvSpPr>
        <p:spPr>
          <a:xfrm>
            <a:off x="538798" y="244475"/>
            <a:ext cx="8944457" cy="558625"/>
          </a:xfrm>
        </p:spPr>
        <p:txBody>
          <a:bodyPr anchor="ctr"/>
          <a:lstStyle>
            <a:lvl1pPr marL="0" indent="0" algn="l">
              <a:lnSpc>
                <a:spcPct val="100000"/>
              </a:lnSpc>
              <a:buNone/>
              <a:defRPr>
                <a:solidFill>
                  <a:srgbClr val="24255B"/>
                </a:solidFill>
                <a:latin typeface="Poppins SemiBold" panose="00000700000000000000" pitchFamily="2" charset="0"/>
                <a:cs typeface="Poppins SemiBold" panose="00000700000000000000" pitchFamily="2" charset="0"/>
              </a:defRPr>
            </a:lvl1pPr>
          </a:lstStyle>
          <a:p>
            <a:pPr lvl="0"/>
            <a:r>
              <a:rPr lang="en-US"/>
              <a:t>Title Here</a:t>
            </a:r>
          </a:p>
        </p:txBody>
      </p:sp>
      <p:pic>
        <p:nvPicPr>
          <p:cNvPr id="10" name="Picture 9" descr="A blue and orange logo&#10;&#10;Description automatically generated">
            <a:extLst>
              <a:ext uri="{FF2B5EF4-FFF2-40B4-BE49-F238E27FC236}">
                <a16:creationId xmlns:a16="http://schemas.microsoft.com/office/drawing/2014/main" id="{90BFFACF-EE28-7034-8E72-000ED3E2CD9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794271" y="257992"/>
            <a:ext cx="1121683" cy="383826"/>
          </a:xfrm>
          <a:prstGeom prst="rect">
            <a:avLst/>
          </a:prstGeom>
        </p:spPr>
      </p:pic>
      <p:sp>
        <p:nvSpPr>
          <p:cNvPr id="11" name="Rectangle 10">
            <a:extLst>
              <a:ext uri="{FF2B5EF4-FFF2-40B4-BE49-F238E27FC236}">
                <a16:creationId xmlns:a16="http://schemas.microsoft.com/office/drawing/2014/main" id="{4D75B300-2FC0-F505-148B-A262FF90678D}"/>
              </a:ext>
            </a:extLst>
          </p:cNvPr>
          <p:cNvSpPr/>
          <p:nvPr userDrawn="1"/>
        </p:nvSpPr>
        <p:spPr>
          <a:xfrm>
            <a:off x="8801100" y="6606653"/>
            <a:ext cx="3242733" cy="107722"/>
          </a:xfrm>
          <a:prstGeom prst="rect">
            <a:avLst/>
          </a:prstGeom>
        </p:spPr>
        <p:txBody>
          <a:bodyPr wrap="square" lIns="0" tIns="0" rIns="0" bIns="0" anchor="ctr">
            <a:spAutoFit/>
          </a:bodyPr>
          <a:lstStyle/>
          <a:p>
            <a:pPr algn="r" rtl="0"/>
            <a:r>
              <a:rPr lang="en-US" sz="700">
                <a:solidFill>
                  <a:schemeClr val="bg2">
                    <a:lumMod val="75000"/>
                  </a:schemeClr>
                </a:solidFill>
                <a:effectLst/>
                <a:latin typeface="+mn-lt"/>
              </a:rPr>
              <a:t>Copyright © 2025 Relanto Inc. All rights reserved.</a:t>
            </a:r>
          </a:p>
        </p:txBody>
      </p:sp>
    </p:spTree>
    <p:extLst>
      <p:ext uri="{BB962C8B-B14F-4D97-AF65-F5344CB8AC3E}">
        <p14:creationId xmlns:p14="http://schemas.microsoft.com/office/powerpoint/2010/main" val="286877707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10" name="Picture 9" descr="A blue and orange logo&#10;&#10;Description automatically generated">
            <a:extLst>
              <a:ext uri="{FF2B5EF4-FFF2-40B4-BE49-F238E27FC236}">
                <a16:creationId xmlns:a16="http://schemas.microsoft.com/office/drawing/2014/main" id="{90BFFACF-EE28-7034-8E72-000ED3E2CD9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794271" y="257992"/>
            <a:ext cx="1121683" cy="383826"/>
          </a:xfrm>
          <a:prstGeom prst="rect">
            <a:avLst/>
          </a:prstGeom>
        </p:spPr>
      </p:pic>
      <p:sp>
        <p:nvSpPr>
          <p:cNvPr id="2" name="Rectangle 1">
            <a:extLst>
              <a:ext uri="{FF2B5EF4-FFF2-40B4-BE49-F238E27FC236}">
                <a16:creationId xmlns:a16="http://schemas.microsoft.com/office/drawing/2014/main" id="{39B447F9-8EA3-1650-07DB-7FA61C989198}"/>
              </a:ext>
            </a:extLst>
          </p:cNvPr>
          <p:cNvSpPr/>
          <p:nvPr userDrawn="1"/>
        </p:nvSpPr>
        <p:spPr>
          <a:xfrm>
            <a:off x="8801100" y="6606653"/>
            <a:ext cx="3242733" cy="107722"/>
          </a:xfrm>
          <a:prstGeom prst="rect">
            <a:avLst/>
          </a:prstGeom>
        </p:spPr>
        <p:txBody>
          <a:bodyPr wrap="square" lIns="0" tIns="0" rIns="0" bIns="0" anchor="ctr">
            <a:spAutoFit/>
          </a:bodyPr>
          <a:lstStyle/>
          <a:p>
            <a:pPr algn="r" rtl="0"/>
            <a:r>
              <a:rPr lang="en-US" sz="700">
                <a:solidFill>
                  <a:schemeClr val="bg2">
                    <a:lumMod val="75000"/>
                  </a:schemeClr>
                </a:solidFill>
                <a:effectLst/>
                <a:latin typeface="+mn-lt"/>
              </a:rPr>
              <a:t>Copyright © 2025 Relanto Inc. All rights reserved.</a:t>
            </a:r>
          </a:p>
        </p:txBody>
      </p:sp>
      <p:cxnSp>
        <p:nvCxnSpPr>
          <p:cNvPr id="3" name="Straight Connector 2">
            <a:extLst>
              <a:ext uri="{FF2B5EF4-FFF2-40B4-BE49-F238E27FC236}">
                <a16:creationId xmlns:a16="http://schemas.microsoft.com/office/drawing/2014/main" id="{382CEB0C-72FC-121E-3623-28ABA1D6DD07}"/>
              </a:ext>
            </a:extLst>
          </p:cNvPr>
          <p:cNvCxnSpPr/>
          <p:nvPr userDrawn="1"/>
        </p:nvCxnSpPr>
        <p:spPr>
          <a:xfrm>
            <a:off x="492475" y="243840"/>
            <a:ext cx="0" cy="559260"/>
          </a:xfrm>
          <a:prstGeom prst="line">
            <a:avLst/>
          </a:prstGeom>
          <a:ln w="57150">
            <a:solidFill>
              <a:srgbClr val="EB492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653757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804AF68B-8698-4090-E6D2-52ACC8FDECF1}"/>
              </a:ext>
            </a:extLst>
          </p:cNvPr>
          <p:cNvSpPr>
            <a:spLocks noGrp="1"/>
          </p:cNvSpPr>
          <p:nvPr>
            <p:ph type="body" sz="quarter" idx="10" hasCustomPrompt="1"/>
          </p:nvPr>
        </p:nvSpPr>
        <p:spPr>
          <a:xfrm>
            <a:off x="538798" y="244475"/>
            <a:ext cx="8944457" cy="923926"/>
          </a:xfrm>
        </p:spPr>
        <p:txBody>
          <a:bodyPr anchor="ctr"/>
          <a:lstStyle>
            <a:lvl1pPr marL="0" indent="0" algn="l">
              <a:lnSpc>
                <a:spcPct val="100000"/>
              </a:lnSpc>
              <a:buNone/>
              <a:defRPr>
                <a:solidFill>
                  <a:srgbClr val="24255B"/>
                </a:solidFill>
                <a:latin typeface="Poppins SemiBold" panose="00000700000000000000" pitchFamily="2" charset="0"/>
                <a:cs typeface="Poppins SemiBold" panose="00000700000000000000" pitchFamily="2" charset="0"/>
              </a:defRPr>
            </a:lvl1pPr>
          </a:lstStyle>
          <a:p>
            <a:pPr lvl="0"/>
            <a:r>
              <a:rPr lang="en-US"/>
              <a:t>Long </a:t>
            </a:r>
          </a:p>
          <a:p>
            <a:pPr lvl="0"/>
            <a:r>
              <a:rPr lang="en-US"/>
              <a:t>Title Here</a:t>
            </a:r>
          </a:p>
        </p:txBody>
      </p:sp>
      <p:pic>
        <p:nvPicPr>
          <p:cNvPr id="10" name="Picture 9" descr="A blue and orange logo&#10;&#10;Description automatically generated">
            <a:extLst>
              <a:ext uri="{FF2B5EF4-FFF2-40B4-BE49-F238E27FC236}">
                <a16:creationId xmlns:a16="http://schemas.microsoft.com/office/drawing/2014/main" id="{90BFFACF-EE28-7034-8E72-000ED3E2CD9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794271" y="257992"/>
            <a:ext cx="1121683" cy="383826"/>
          </a:xfrm>
          <a:prstGeom prst="rect">
            <a:avLst/>
          </a:prstGeom>
        </p:spPr>
      </p:pic>
      <p:sp>
        <p:nvSpPr>
          <p:cNvPr id="2" name="Rectangle 1">
            <a:extLst>
              <a:ext uri="{FF2B5EF4-FFF2-40B4-BE49-F238E27FC236}">
                <a16:creationId xmlns:a16="http://schemas.microsoft.com/office/drawing/2014/main" id="{6C5863B4-4157-766C-CD29-2EF0E3E319C7}"/>
              </a:ext>
            </a:extLst>
          </p:cNvPr>
          <p:cNvSpPr/>
          <p:nvPr userDrawn="1"/>
        </p:nvSpPr>
        <p:spPr>
          <a:xfrm>
            <a:off x="8801100" y="6606653"/>
            <a:ext cx="3242733" cy="107722"/>
          </a:xfrm>
          <a:prstGeom prst="rect">
            <a:avLst/>
          </a:prstGeom>
        </p:spPr>
        <p:txBody>
          <a:bodyPr wrap="square" lIns="0" tIns="0" rIns="0" bIns="0" anchor="ctr">
            <a:spAutoFit/>
          </a:bodyPr>
          <a:lstStyle/>
          <a:p>
            <a:pPr algn="r" rtl="0"/>
            <a:r>
              <a:rPr lang="en-US" sz="700">
                <a:solidFill>
                  <a:schemeClr val="bg2">
                    <a:lumMod val="75000"/>
                  </a:schemeClr>
                </a:solidFill>
                <a:effectLst/>
                <a:latin typeface="+mn-lt"/>
              </a:rPr>
              <a:t>Copyright © 2025 Relanto Inc. All rights reserved.</a:t>
            </a:r>
          </a:p>
        </p:txBody>
      </p:sp>
      <p:cxnSp>
        <p:nvCxnSpPr>
          <p:cNvPr id="3" name="Straight Connector 2">
            <a:extLst>
              <a:ext uri="{FF2B5EF4-FFF2-40B4-BE49-F238E27FC236}">
                <a16:creationId xmlns:a16="http://schemas.microsoft.com/office/drawing/2014/main" id="{CD8AE7B0-2C1F-19DA-DB94-C1119B9B5512}"/>
              </a:ext>
            </a:extLst>
          </p:cNvPr>
          <p:cNvCxnSpPr/>
          <p:nvPr userDrawn="1"/>
        </p:nvCxnSpPr>
        <p:spPr>
          <a:xfrm>
            <a:off x="492475" y="243840"/>
            <a:ext cx="0" cy="559260"/>
          </a:xfrm>
          <a:prstGeom prst="line">
            <a:avLst/>
          </a:prstGeom>
          <a:ln w="57150">
            <a:solidFill>
              <a:srgbClr val="EB492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06435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10" name="Picture 9" descr="A blue and orange logo&#10;&#10;Description automatically generated">
            <a:extLst>
              <a:ext uri="{FF2B5EF4-FFF2-40B4-BE49-F238E27FC236}">
                <a16:creationId xmlns:a16="http://schemas.microsoft.com/office/drawing/2014/main" id="{90BFFACF-EE28-7034-8E72-000ED3E2CD9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794271" y="257992"/>
            <a:ext cx="1121683" cy="383826"/>
          </a:xfrm>
          <a:prstGeom prst="rect">
            <a:avLst/>
          </a:prstGeom>
        </p:spPr>
      </p:pic>
      <p:sp>
        <p:nvSpPr>
          <p:cNvPr id="2" name="Rectangle 1">
            <a:extLst>
              <a:ext uri="{FF2B5EF4-FFF2-40B4-BE49-F238E27FC236}">
                <a16:creationId xmlns:a16="http://schemas.microsoft.com/office/drawing/2014/main" id="{01A0BF7F-E6E6-E763-7104-E019D84A57F5}"/>
              </a:ext>
            </a:extLst>
          </p:cNvPr>
          <p:cNvSpPr/>
          <p:nvPr userDrawn="1"/>
        </p:nvSpPr>
        <p:spPr>
          <a:xfrm>
            <a:off x="8801100" y="6606653"/>
            <a:ext cx="3242733" cy="107722"/>
          </a:xfrm>
          <a:prstGeom prst="rect">
            <a:avLst/>
          </a:prstGeom>
        </p:spPr>
        <p:txBody>
          <a:bodyPr wrap="square" lIns="0" tIns="0" rIns="0" bIns="0" anchor="ctr">
            <a:spAutoFit/>
          </a:bodyPr>
          <a:lstStyle/>
          <a:p>
            <a:pPr algn="r" rtl="0"/>
            <a:r>
              <a:rPr lang="en-US" sz="700">
                <a:solidFill>
                  <a:schemeClr val="bg2">
                    <a:lumMod val="75000"/>
                  </a:schemeClr>
                </a:solidFill>
                <a:effectLst/>
                <a:latin typeface="+mn-lt"/>
              </a:rPr>
              <a:t>Copyright © 2025 Relanto Inc. All rights reserved.</a:t>
            </a:r>
          </a:p>
        </p:txBody>
      </p:sp>
    </p:spTree>
    <p:extLst>
      <p:ext uri="{BB962C8B-B14F-4D97-AF65-F5344CB8AC3E}">
        <p14:creationId xmlns:p14="http://schemas.microsoft.com/office/powerpoint/2010/main" val="34486433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42570923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04D0B5A-8893-C9CD-1A04-E6A6262F5A9C}"/>
              </a:ext>
            </a:extLst>
          </p:cNvPr>
          <p:cNvSpPr/>
          <p:nvPr userDrawn="1"/>
        </p:nvSpPr>
        <p:spPr>
          <a:xfrm>
            <a:off x="8801100" y="6606653"/>
            <a:ext cx="3242733" cy="107722"/>
          </a:xfrm>
          <a:prstGeom prst="rect">
            <a:avLst/>
          </a:prstGeom>
        </p:spPr>
        <p:txBody>
          <a:bodyPr wrap="square" lIns="0" tIns="0" rIns="0" bIns="0" anchor="ctr">
            <a:spAutoFit/>
          </a:bodyPr>
          <a:lstStyle/>
          <a:p>
            <a:pPr algn="r" rtl="0"/>
            <a:r>
              <a:rPr lang="en-US" sz="700">
                <a:solidFill>
                  <a:schemeClr val="bg2">
                    <a:lumMod val="75000"/>
                  </a:schemeClr>
                </a:solidFill>
                <a:effectLst/>
                <a:latin typeface="+mn-lt"/>
              </a:rPr>
              <a:t>Copyright © 2025 Relanto Inc. All rights reserved.</a:t>
            </a:r>
          </a:p>
        </p:txBody>
      </p:sp>
    </p:spTree>
    <p:extLst>
      <p:ext uri="{BB962C8B-B14F-4D97-AF65-F5344CB8AC3E}">
        <p14:creationId xmlns:p14="http://schemas.microsoft.com/office/powerpoint/2010/main" val="3122893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F822B69-7189-037C-1258-A22B615C7ADA}"/>
              </a:ext>
            </a:extLst>
          </p:cNvPr>
          <p:cNvSpPr>
            <a:spLocks noGrp="1"/>
          </p:cNvSpPr>
          <p:nvPr>
            <p:ph type="dt" sz="half" idx="10"/>
          </p:nvPr>
        </p:nvSpPr>
        <p:spPr/>
        <p:txBody>
          <a:bodyPr/>
          <a:lstStyle/>
          <a:p>
            <a:fld id="{5B207E05-0FDF-4561-A039-EC0B0D5F9270}" type="datetimeFigureOut">
              <a:rPr lang="en-IN" smtClean="0"/>
              <a:t>06-11-2025</a:t>
            </a:fld>
            <a:endParaRPr lang="en-IN"/>
          </a:p>
        </p:txBody>
      </p:sp>
      <p:sp>
        <p:nvSpPr>
          <p:cNvPr id="3" name="Footer Placeholder 2">
            <a:extLst>
              <a:ext uri="{FF2B5EF4-FFF2-40B4-BE49-F238E27FC236}">
                <a16:creationId xmlns:a16="http://schemas.microsoft.com/office/drawing/2014/main" id="{7C6C7D91-CABC-41CD-BF83-06FBC5FD614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46B71DC-828C-854D-DB8F-CE01314BAA14}"/>
              </a:ext>
            </a:extLst>
          </p:cNvPr>
          <p:cNvSpPr>
            <a:spLocks noGrp="1"/>
          </p:cNvSpPr>
          <p:nvPr>
            <p:ph type="sldNum" sz="quarter" idx="12"/>
          </p:nvPr>
        </p:nvSpPr>
        <p:spPr/>
        <p:txBody>
          <a:bodyPr/>
          <a:lstStyle/>
          <a:p>
            <a:fld id="{0B217B0B-F547-4348-B18D-C1BE71771C79}" type="slidenum">
              <a:rPr lang="en-IN" smtClean="0"/>
              <a:t>‹#›</a:t>
            </a:fld>
            <a:endParaRPr lang="en-IN"/>
          </a:p>
        </p:txBody>
      </p:sp>
      <p:sp>
        <p:nvSpPr>
          <p:cNvPr id="5" name="TextBox 4">
            <a:extLst>
              <a:ext uri="{FF2B5EF4-FFF2-40B4-BE49-F238E27FC236}">
                <a16:creationId xmlns:a16="http://schemas.microsoft.com/office/drawing/2014/main" id="{05821101-8FAE-1B31-6AE0-14A0FF4BA9DB}"/>
              </a:ext>
            </a:extLst>
          </p:cNvPr>
          <p:cNvSpPr txBox="1"/>
          <p:nvPr userDrawn="1"/>
        </p:nvSpPr>
        <p:spPr>
          <a:xfrm>
            <a:off x="1" y="341140"/>
            <a:ext cx="12191999" cy="584775"/>
          </a:xfrm>
          <a:prstGeom prst="rect">
            <a:avLst/>
          </a:prstGeom>
          <a:noFill/>
        </p:spPr>
        <p:txBody>
          <a:bodyPr wrap="square">
            <a:spAutoFit/>
          </a:bodyPr>
          <a:lstStyle/>
          <a:p>
            <a:pPr algn="ctr"/>
            <a:r>
              <a:rPr lang="en-IN" sz="3200" b="1">
                <a:solidFill>
                  <a:schemeClr val="tx1">
                    <a:lumMod val="75000"/>
                    <a:lumOff val="25000"/>
                  </a:schemeClr>
                </a:solidFill>
                <a:latin typeface="Segoe UI" panose="020B0502040204020203" pitchFamily="34" charset="0"/>
                <a:cs typeface="Segoe UI" panose="020B0502040204020203" pitchFamily="34" charset="0"/>
              </a:rPr>
              <a:t>Strengths Vs Weaknesses PowerPoint</a:t>
            </a:r>
          </a:p>
        </p:txBody>
      </p:sp>
    </p:spTree>
    <p:extLst>
      <p:ext uri="{BB962C8B-B14F-4D97-AF65-F5344CB8AC3E}">
        <p14:creationId xmlns:p14="http://schemas.microsoft.com/office/powerpoint/2010/main" val="37658388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A845B38E-82D2-ABF2-A42A-5232BA02FFBC}"/>
              </a:ext>
            </a:extLst>
          </p:cNvPr>
          <p:cNvCxnSpPr/>
          <p:nvPr userDrawn="1"/>
        </p:nvCxnSpPr>
        <p:spPr>
          <a:xfrm>
            <a:off x="492475" y="243840"/>
            <a:ext cx="0" cy="559260"/>
          </a:xfrm>
          <a:prstGeom prst="line">
            <a:avLst/>
          </a:prstGeom>
          <a:ln w="57150">
            <a:solidFill>
              <a:srgbClr val="EB4925"/>
            </a:solidFill>
          </a:ln>
        </p:spPr>
        <p:style>
          <a:lnRef idx="1">
            <a:schemeClr val="accent1"/>
          </a:lnRef>
          <a:fillRef idx="0">
            <a:schemeClr val="accent1"/>
          </a:fillRef>
          <a:effectRef idx="0">
            <a:schemeClr val="accent1"/>
          </a:effectRef>
          <a:fontRef idx="minor">
            <a:schemeClr val="tx1"/>
          </a:fontRef>
        </p:style>
      </p:cxnSp>
      <p:sp>
        <p:nvSpPr>
          <p:cNvPr id="9" name="Text Placeholder 8">
            <a:extLst>
              <a:ext uri="{FF2B5EF4-FFF2-40B4-BE49-F238E27FC236}">
                <a16:creationId xmlns:a16="http://schemas.microsoft.com/office/drawing/2014/main" id="{804AF68B-8698-4090-E6D2-52ACC8FDECF1}"/>
              </a:ext>
            </a:extLst>
          </p:cNvPr>
          <p:cNvSpPr>
            <a:spLocks noGrp="1"/>
          </p:cNvSpPr>
          <p:nvPr>
            <p:ph type="body" sz="quarter" idx="10" hasCustomPrompt="1"/>
          </p:nvPr>
        </p:nvSpPr>
        <p:spPr>
          <a:xfrm>
            <a:off x="538798" y="244475"/>
            <a:ext cx="8944457" cy="558625"/>
          </a:xfrm>
        </p:spPr>
        <p:txBody>
          <a:bodyPr anchor="ctr"/>
          <a:lstStyle>
            <a:lvl1pPr marL="0" indent="0" algn="l">
              <a:lnSpc>
                <a:spcPct val="100000"/>
              </a:lnSpc>
              <a:buNone/>
              <a:defRPr>
                <a:solidFill>
                  <a:srgbClr val="24255B"/>
                </a:solidFill>
                <a:latin typeface="Poppins SemiBold" panose="00000700000000000000" pitchFamily="2" charset="0"/>
                <a:cs typeface="Poppins SemiBold" panose="00000700000000000000" pitchFamily="2" charset="0"/>
              </a:defRPr>
            </a:lvl1pPr>
          </a:lstStyle>
          <a:p>
            <a:pPr lvl="0"/>
            <a:r>
              <a:rPr lang="en-US" dirty="0"/>
              <a:t>Title Here</a:t>
            </a:r>
          </a:p>
        </p:txBody>
      </p:sp>
      <p:pic>
        <p:nvPicPr>
          <p:cNvPr id="10" name="Picture 9" descr="A blue and orange logo&#10;&#10;Description automatically generated">
            <a:extLst>
              <a:ext uri="{FF2B5EF4-FFF2-40B4-BE49-F238E27FC236}">
                <a16:creationId xmlns:a16="http://schemas.microsoft.com/office/drawing/2014/main" id="{90BFFACF-EE28-7034-8E72-000ED3E2CD9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794271" y="257992"/>
            <a:ext cx="1121683" cy="383826"/>
          </a:xfrm>
          <a:prstGeom prst="rect">
            <a:avLst/>
          </a:prstGeom>
        </p:spPr>
      </p:pic>
      <p:sp>
        <p:nvSpPr>
          <p:cNvPr id="11" name="Rectangle 10">
            <a:extLst>
              <a:ext uri="{FF2B5EF4-FFF2-40B4-BE49-F238E27FC236}">
                <a16:creationId xmlns:a16="http://schemas.microsoft.com/office/drawing/2014/main" id="{4D75B300-2FC0-F505-148B-A262FF90678D}"/>
              </a:ext>
            </a:extLst>
          </p:cNvPr>
          <p:cNvSpPr/>
          <p:nvPr userDrawn="1"/>
        </p:nvSpPr>
        <p:spPr>
          <a:xfrm>
            <a:off x="8801100" y="6606653"/>
            <a:ext cx="3242733" cy="107722"/>
          </a:xfrm>
          <a:prstGeom prst="rect">
            <a:avLst/>
          </a:prstGeom>
        </p:spPr>
        <p:txBody>
          <a:bodyPr wrap="square" lIns="0" tIns="0" rIns="0" bIns="0" anchor="ctr">
            <a:spAutoFit/>
          </a:bodyPr>
          <a:lstStyle/>
          <a:p>
            <a:pPr algn="r" rtl="0"/>
            <a:r>
              <a:rPr lang="en-US" sz="700" dirty="0">
                <a:solidFill>
                  <a:schemeClr val="bg2">
                    <a:lumMod val="75000"/>
                  </a:schemeClr>
                </a:solidFill>
                <a:effectLst/>
                <a:latin typeface="Gotham" panose="02000504020000020004" pitchFamily="2" charset="0"/>
              </a:rPr>
              <a:t>Copyright © 2025 Relanto Inc. All rights reserved.</a:t>
            </a:r>
          </a:p>
        </p:txBody>
      </p:sp>
    </p:spTree>
    <p:extLst>
      <p:ext uri="{BB962C8B-B14F-4D97-AF65-F5344CB8AC3E}">
        <p14:creationId xmlns:p14="http://schemas.microsoft.com/office/powerpoint/2010/main" val="384318735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A845B38E-82D2-ABF2-A42A-5232BA02FFBC}"/>
              </a:ext>
            </a:extLst>
          </p:cNvPr>
          <p:cNvCxnSpPr>
            <a:cxnSpLocks/>
          </p:cNvCxnSpPr>
          <p:nvPr userDrawn="1"/>
        </p:nvCxnSpPr>
        <p:spPr>
          <a:xfrm>
            <a:off x="492475" y="243840"/>
            <a:ext cx="0" cy="924561"/>
          </a:xfrm>
          <a:prstGeom prst="line">
            <a:avLst/>
          </a:prstGeom>
          <a:ln w="57150">
            <a:solidFill>
              <a:srgbClr val="EB4925"/>
            </a:solidFill>
          </a:ln>
        </p:spPr>
        <p:style>
          <a:lnRef idx="1">
            <a:schemeClr val="accent1"/>
          </a:lnRef>
          <a:fillRef idx="0">
            <a:schemeClr val="accent1"/>
          </a:fillRef>
          <a:effectRef idx="0">
            <a:schemeClr val="accent1"/>
          </a:effectRef>
          <a:fontRef idx="minor">
            <a:schemeClr val="tx1"/>
          </a:fontRef>
        </p:style>
      </p:cxnSp>
      <p:sp>
        <p:nvSpPr>
          <p:cNvPr id="9" name="Text Placeholder 8">
            <a:extLst>
              <a:ext uri="{FF2B5EF4-FFF2-40B4-BE49-F238E27FC236}">
                <a16:creationId xmlns:a16="http://schemas.microsoft.com/office/drawing/2014/main" id="{804AF68B-8698-4090-E6D2-52ACC8FDECF1}"/>
              </a:ext>
            </a:extLst>
          </p:cNvPr>
          <p:cNvSpPr>
            <a:spLocks noGrp="1"/>
          </p:cNvSpPr>
          <p:nvPr>
            <p:ph type="body" sz="quarter" idx="10" hasCustomPrompt="1"/>
          </p:nvPr>
        </p:nvSpPr>
        <p:spPr>
          <a:xfrm>
            <a:off x="538798" y="244475"/>
            <a:ext cx="8944457" cy="558625"/>
          </a:xfrm>
        </p:spPr>
        <p:txBody>
          <a:bodyPr anchor="ctr"/>
          <a:lstStyle>
            <a:lvl1pPr marL="0" indent="0" algn="l">
              <a:lnSpc>
                <a:spcPct val="100000"/>
              </a:lnSpc>
              <a:buNone/>
              <a:defRPr>
                <a:solidFill>
                  <a:srgbClr val="24255B"/>
                </a:solidFill>
                <a:latin typeface="Poppins SemiBold" panose="00000700000000000000" pitchFamily="2" charset="0"/>
                <a:cs typeface="Poppins SemiBold" panose="00000700000000000000" pitchFamily="2" charset="0"/>
              </a:defRPr>
            </a:lvl1pPr>
          </a:lstStyle>
          <a:p>
            <a:pPr lvl="0"/>
            <a:r>
              <a:rPr lang="en-US" dirty="0"/>
              <a:t>Title Here</a:t>
            </a:r>
          </a:p>
        </p:txBody>
      </p:sp>
      <p:pic>
        <p:nvPicPr>
          <p:cNvPr id="10" name="Picture 9" descr="A blue and orange logo&#10;&#10;Description automatically generated">
            <a:extLst>
              <a:ext uri="{FF2B5EF4-FFF2-40B4-BE49-F238E27FC236}">
                <a16:creationId xmlns:a16="http://schemas.microsoft.com/office/drawing/2014/main" id="{90BFFACF-EE28-7034-8E72-000ED3E2CD9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794271" y="257992"/>
            <a:ext cx="1121683" cy="383826"/>
          </a:xfrm>
          <a:prstGeom prst="rect">
            <a:avLst/>
          </a:prstGeom>
        </p:spPr>
      </p:pic>
      <p:sp>
        <p:nvSpPr>
          <p:cNvPr id="11" name="Rectangle 10">
            <a:extLst>
              <a:ext uri="{FF2B5EF4-FFF2-40B4-BE49-F238E27FC236}">
                <a16:creationId xmlns:a16="http://schemas.microsoft.com/office/drawing/2014/main" id="{4D75B300-2FC0-F505-148B-A262FF90678D}"/>
              </a:ext>
            </a:extLst>
          </p:cNvPr>
          <p:cNvSpPr/>
          <p:nvPr userDrawn="1"/>
        </p:nvSpPr>
        <p:spPr>
          <a:xfrm>
            <a:off x="8801100" y="6606653"/>
            <a:ext cx="3242733" cy="107722"/>
          </a:xfrm>
          <a:prstGeom prst="rect">
            <a:avLst/>
          </a:prstGeom>
        </p:spPr>
        <p:txBody>
          <a:bodyPr wrap="square" lIns="0" tIns="0" rIns="0" bIns="0" anchor="ctr">
            <a:spAutoFit/>
          </a:bodyPr>
          <a:lstStyle/>
          <a:p>
            <a:pPr algn="r" rtl="0"/>
            <a:r>
              <a:rPr lang="en-US" sz="700" dirty="0">
                <a:solidFill>
                  <a:schemeClr val="bg2">
                    <a:lumMod val="75000"/>
                  </a:schemeClr>
                </a:solidFill>
                <a:effectLst/>
                <a:latin typeface="Gotham" panose="02000504020000020004" pitchFamily="2" charset="0"/>
              </a:rPr>
              <a:t>Copyright © 2025 Relanto Inc. All rights reserved.</a:t>
            </a:r>
          </a:p>
        </p:txBody>
      </p:sp>
      <p:sp>
        <p:nvSpPr>
          <p:cNvPr id="4" name="Text Placeholder 8">
            <a:extLst>
              <a:ext uri="{FF2B5EF4-FFF2-40B4-BE49-F238E27FC236}">
                <a16:creationId xmlns:a16="http://schemas.microsoft.com/office/drawing/2014/main" id="{C7A3D2AC-37F0-8E29-AE22-4A92F40EAE62}"/>
              </a:ext>
            </a:extLst>
          </p:cNvPr>
          <p:cNvSpPr>
            <a:spLocks noGrp="1"/>
          </p:cNvSpPr>
          <p:nvPr>
            <p:ph type="body" sz="quarter" idx="11" hasCustomPrompt="1"/>
          </p:nvPr>
        </p:nvSpPr>
        <p:spPr>
          <a:xfrm>
            <a:off x="538798" y="803101"/>
            <a:ext cx="8944457" cy="365300"/>
          </a:xfrm>
        </p:spPr>
        <p:txBody>
          <a:bodyPr anchor="ctr">
            <a:normAutofit/>
          </a:bodyPr>
          <a:lstStyle>
            <a:lvl1pPr marL="0" indent="0" algn="l">
              <a:lnSpc>
                <a:spcPct val="100000"/>
              </a:lnSpc>
              <a:buNone/>
              <a:defRPr sz="1800">
                <a:solidFill>
                  <a:schemeClr val="tx1">
                    <a:lumMod val="85000"/>
                    <a:lumOff val="15000"/>
                  </a:schemeClr>
                </a:solidFill>
                <a:latin typeface="Poppins" panose="00000500000000000000" pitchFamily="2" charset="0"/>
                <a:cs typeface="Poppins" panose="00000500000000000000" pitchFamily="2" charset="0"/>
              </a:defRPr>
            </a:lvl1pPr>
          </a:lstStyle>
          <a:p>
            <a:pPr lvl="0"/>
            <a:r>
              <a:rPr lang="en-US" dirty="0"/>
              <a:t>Subtitle Here</a:t>
            </a:r>
          </a:p>
        </p:txBody>
      </p:sp>
    </p:spTree>
    <p:extLst>
      <p:ext uri="{BB962C8B-B14F-4D97-AF65-F5344CB8AC3E}">
        <p14:creationId xmlns:p14="http://schemas.microsoft.com/office/powerpoint/2010/main" val="154931542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A845B38E-82D2-ABF2-A42A-5232BA02FFBC}"/>
              </a:ext>
            </a:extLst>
          </p:cNvPr>
          <p:cNvCxnSpPr>
            <a:cxnSpLocks/>
          </p:cNvCxnSpPr>
          <p:nvPr userDrawn="1"/>
        </p:nvCxnSpPr>
        <p:spPr>
          <a:xfrm>
            <a:off x="492475" y="243840"/>
            <a:ext cx="0" cy="924561"/>
          </a:xfrm>
          <a:prstGeom prst="line">
            <a:avLst/>
          </a:prstGeom>
          <a:ln w="57150">
            <a:solidFill>
              <a:srgbClr val="EB4925"/>
            </a:solidFill>
          </a:ln>
        </p:spPr>
        <p:style>
          <a:lnRef idx="1">
            <a:schemeClr val="accent1"/>
          </a:lnRef>
          <a:fillRef idx="0">
            <a:schemeClr val="accent1"/>
          </a:fillRef>
          <a:effectRef idx="0">
            <a:schemeClr val="accent1"/>
          </a:effectRef>
          <a:fontRef idx="minor">
            <a:schemeClr val="tx1"/>
          </a:fontRef>
        </p:style>
      </p:cxnSp>
      <p:sp>
        <p:nvSpPr>
          <p:cNvPr id="9" name="Text Placeholder 8">
            <a:extLst>
              <a:ext uri="{FF2B5EF4-FFF2-40B4-BE49-F238E27FC236}">
                <a16:creationId xmlns:a16="http://schemas.microsoft.com/office/drawing/2014/main" id="{804AF68B-8698-4090-E6D2-52ACC8FDECF1}"/>
              </a:ext>
            </a:extLst>
          </p:cNvPr>
          <p:cNvSpPr>
            <a:spLocks noGrp="1"/>
          </p:cNvSpPr>
          <p:nvPr>
            <p:ph type="body" sz="quarter" idx="10" hasCustomPrompt="1"/>
          </p:nvPr>
        </p:nvSpPr>
        <p:spPr>
          <a:xfrm>
            <a:off x="538798" y="244475"/>
            <a:ext cx="8944457" cy="923926"/>
          </a:xfrm>
        </p:spPr>
        <p:txBody>
          <a:bodyPr anchor="ctr"/>
          <a:lstStyle>
            <a:lvl1pPr marL="0" indent="0" algn="l">
              <a:lnSpc>
                <a:spcPct val="100000"/>
              </a:lnSpc>
              <a:buNone/>
              <a:defRPr>
                <a:solidFill>
                  <a:srgbClr val="24255B"/>
                </a:solidFill>
                <a:latin typeface="Poppins SemiBold" panose="00000700000000000000" pitchFamily="2" charset="0"/>
                <a:cs typeface="Poppins SemiBold" panose="00000700000000000000" pitchFamily="2" charset="0"/>
              </a:defRPr>
            </a:lvl1pPr>
          </a:lstStyle>
          <a:p>
            <a:pPr lvl="0"/>
            <a:r>
              <a:rPr lang="en-US" dirty="0"/>
              <a:t>Long </a:t>
            </a:r>
          </a:p>
          <a:p>
            <a:pPr lvl="0"/>
            <a:r>
              <a:rPr lang="en-US" dirty="0"/>
              <a:t>Title Here</a:t>
            </a:r>
          </a:p>
        </p:txBody>
      </p:sp>
      <p:pic>
        <p:nvPicPr>
          <p:cNvPr id="10" name="Picture 9" descr="A blue and orange logo&#10;&#10;Description automatically generated">
            <a:extLst>
              <a:ext uri="{FF2B5EF4-FFF2-40B4-BE49-F238E27FC236}">
                <a16:creationId xmlns:a16="http://schemas.microsoft.com/office/drawing/2014/main" id="{90BFFACF-EE28-7034-8E72-000ED3E2CD9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794271" y="257992"/>
            <a:ext cx="1121683" cy="383826"/>
          </a:xfrm>
          <a:prstGeom prst="rect">
            <a:avLst/>
          </a:prstGeom>
        </p:spPr>
      </p:pic>
      <p:sp>
        <p:nvSpPr>
          <p:cNvPr id="11" name="Rectangle 10">
            <a:extLst>
              <a:ext uri="{FF2B5EF4-FFF2-40B4-BE49-F238E27FC236}">
                <a16:creationId xmlns:a16="http://schemas.microsoft.com/office/drawing/2014/main" id="{4D75B300-2FC0-F505-148B-A262FF90678D}"/>
              </a:ext>
            </a:extLst>
          </p:cNvPr>
          <p:cNvSpPr/>
          <p:nvPr userDrawn="1"/>
        </p:nvSpPr>
        <p:spPr>
          <a:xfrm>
            <a:off x="8801100" y="6606653"/>
            <a:ext cx="3242733" cy="107722"/>
          </a:xfrm>
          <a:prstGeom prst="rect">
            <a:avLst/>
          </a:prstGeom>
        </p:spPr>
        <p:txBody>
          <a:bodyPr wrap="square" lIns="0" tIns="0" rIns="0" bIns="0" anchor="ctr">
            <a:spAutoFit/>
          </a:bodyPr>
          <a:lstStyle/>
          <a:p>
            <a:pPr algn="r" rtl="0"/>
            <a:r>
              <a:rPr lang="en-US" sz="700" dirty="0">
                <a:solidFill>
                  <a:schemeClr val="bg2">
                    <a:lumMod val="75000"/>
                  </a:schemeClr>
                </a:solidFill>
                <a:effectLst/>
                <a:latin typeface="Gotham" panose="02000504020000020004" pitchFamily="2" charset="0"/>
              </a:rPr>
              <a:t>Copyright © 2025 Relanto Inc. All rights reserved.</a:t>
            </a:r>
          </a:p>
        </p:txBody>
      </p:sp>
    </p:spTree>
    <p:extLst>
      <p:ext uri="{BB962C8B-B14F-4D97-AF65-F5344CB8AC3E}">
        <p14:creationId xmlns:p14="http://schemas.microsoft.com/office/powerpoint/2010/main" val="17594630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10" name="Picture 9" descr="A blue and orange logo&#10;&#10;Description automatically generated">
            <a:extLst>
              <a:ext uri="{FF2B5EF4-FFF2-40B4-BE49-F238E27FC236}">
                <a16:creationId xmlns:a16="http://schemas.microsoft.com/office/drawing/2014/main" id="{90BFFACF-EE28-7034-8E72-000ED3E2CD9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794271" y="257992"/>
            <a:ext cx="1121683" cy="383826"/>
          </a:xfrm>
          <a:prstGeom prst="rect">
            <a:avLst/>
          </a:prstGeom>
        </p:spPr>
      </p:pic>
      <p:sp>
        <p:nvSpPr>
          <p:cNvPr id="11" name="Rectangle 10">
            <a:extLst>
              <a:ext uri="{FF2B5EF4-FFF2-40B4-BE49-F238E27FC236}">
                <a16:creationId xmlns:a16="http://schemas.microsoft.com/office/drawing/2014/main" id="{4D75B300-2FC0-F505-148B-A262FF90678D}"/>
              </a:ext>
            </a:extLst>
          </p:cNvPr>
          <p:cNvSpPr/>
          <p:nvPr userDrawn="1"/>
        </p:nvSpPr>
        <p:spPr>
          <a:xfrm>
            <a:off x="8801100" y="6606653"/>
            <a:ext cx="3242733" cy="107722"/>
          </a:xfrm>
          <a:prstGeom prst="rect">
            <a:avLst/>
          </a:prstGeom>
        </p:spPr>
        <p:txBody>
          <a:bodyPr wrap="square" lIns="0" tIns="0" rIns="0" bIns="0" anchor="ctr">
            <a:spAutoFit/>
          </a:bodyPr>
          <a:lstStyle/>
          <a:p>
            <a:pPr algn="r" rtl="0"/>
            <a:r>
              <a:rPr lang="en-US" sz="700" dirty="0">
                <a:solidFill>
                  <a:schemeClr val="bg2">
                    <a:lumMod val="75000"/>
                  </a:schemeClr>
                </a:solidFill>
                <a:effectLst/>
                <a:latin typeface="Gotham" panose="02000504020000020004" pitchFamily="2" charset="0"/>
              </a:rPr>
              <a:t>Copyright © 2025 Relanto Inc. All rights reserved.</a:t>
            </a:r>
          </a:p>
        </p:txBody>
      </p:sp>
    </p:spTree>
    <p:extLst>
      <p:ext uri="{BB962C8B-B14F-4D97-AF65-F5344CB8AC3E}">
        <p14:creationId xmlns:p14="http://schemas.microsoft.com/office/powerpoint/2010/main" val="1284379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20126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8F897CA-B5AA-E6BD-CE53-994B006F6BE0}"/>
              </a:ext>
            </a:extLst>
          </p:cNvPr>
          <p:cNvSpPr/>
          <p:nvPr userDrawn="1"/>
        </p:nvSpPr>
        <p:spPr>
          <a:xfrm>
            <a:off x="8801100" y="6606653"/>
            <a:ext cx="3242733" cy="107722"/>
          </a:xfrm>
          <a:prstGeom prst="rect">
            <a:avLst/>
          </a:prstGeom>
        </p:spPr>
        <p:txBody>
          <a:bodyPr wrap="square" lIns="0" tIns="0" rIns="0" bIns="0" anchor="ctr">
            <a:spAutoFit/>
          </a:bodyPr>
          <a:lstStyle/>
          <a:p>
            <a:pPr algn="r" rtl="0"/>
            <a:r>
              <a:rPr lang="en-US" sz="700" dirty="0">
                <a:solidFill>
                  <a:schemeClr val="bg2">
                    <a:lumMod val="75000"/>
                  </a:schemeClr>
                </a:solidFill>
                <a:effectLst/>
                <a:latin typeface="Gotham" panose="02000504020000020004" pitchFamily="2" charset="0"/>
              </a:rPr>
              <a:t>Copyright © 2025 Relanto Inc. All rights reserved.</a:t>
            </a:r>
          </a:p>
        </p:txBody>
      </p:sp>
    </p:spTree>
    <p:extLst>
      <p:ext uri="{BB962C8B-B14F-4D97-AF65-F5344CB8AC3E}">
        <p14:creationId xmlns:p14="http://schemas.microsoft.com/office/powerpoint/2010/main" val="3355110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0.xml"/><Relationship Id="rId7" Type="http://schemas.openxmlformats.org/officeDocument/2006/relationships/theme" Target="../theme/theme2.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5" Type="http://schemas.openxmlformats.org/officeDocument/2006/relationships/slideLayout" Target="../slideLayouts/slideLayout12.xml"/><Relationship Id="rId4"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0A05EF-7B6F-6093-5A57-8DB263CEEE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A4ECB6B-91CC-95DA-2E0C-6BF60E0FAE5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1099AB-3D86-4488-E9D7-EE5D3C921D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BB9AEAE-FB51-4EFB-A6C0-10B762ED0FF4}" type="datetimeFigureOut">
              <a:rPr lang="en-US" smtClean="0"/>
              <a:t>11/6/2025</a:t>
            </a:fld>
            <a:endParaRPr lang="en-US"/>
          </a:p>
        </p:txBody>
      </p:sp>
      <p:sp>
        <p:nvSpPr>
          <p:cNvPr id="5" name="Footer Placeholder 4">
            <a:extLst>
              <a:ext uri="{FF2B5EF4-FFF2-40B4-BE49-F238E27FC236}">
                <a16:creationId xmlns:a16="http://schemas.microsoft.com/office/drawing/2014/main" id="{7F1D12BF-EB22-3DBE-D6B8-9716D55F4F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81CA653-BC73-3154-CB03-41134F40C97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1BFC97C-B8E5-4C50-A6BE-42A0FF79DA23}" type="slidenum">
              <a:rPr lang="en-US" smtClean="0"/>
              <a:t>‹#›</a:t>
            </a:fld>
            <a:endParaRPr lang="en-US"/>
          </a:p>
        </p:txBody>
      </p:sp>
    </p:spTree>
    <p:extLst>
      <p:ext uri="{BB962C8B-B14F-4D97-AF65-F5344CB8AC3E}">
        <p14:creationId xmlns:p14="http://schemas.microsoft.com/office/powerpoint/2010/main" val="39878387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0A05EF-7B6F-6093-5A57-8DB263CEEE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BA4ECB6B-91CC-95DA-2E0C-6BF60E0FAE5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1099AB-3D86-4488-E9D7-EE5D3C921D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BB9AEAE-FB51-4EFB-A6C0-10B762ED0FF4}" type="datetimeFigureOut">
              <a:rPr lang="en-US" smtClean="0"/>
              <a:t>11/6/2025</a:t>
            </a:fld>
            <a:endParaRPr lang="en-US"/>
          </a:p>
        </p:txBody>
      </p:sp>
      <p:sp>
        <p:nvSpPr>
          <p:cNvPr id="5" name="Footer Placeholder 4">
            <a:extLst>
              <a:ext uri="{FF2B5EF4-FFF2-40B4-BE49-F238E27FC236}">
                <a16:creationId xmlns:a16="http://schemas.microsoft.com/office/drawing/2014/main" id="{7F1D12BF-EB22-3DBE-D6B8-9716D55F4F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81CA653-BC73-3154-CB03-41134F40C97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1BFC97C-B8E5-4C50-A6BE-42A0FF79DA23}" type="slidenum">
              <a:rPr lang="en-US" smtClean="0"/>
              <a:t>‹#›</a:t>
            </a:fld>
            <a:endParaRPr lang="en-US"/>
          </a:p>
        </p:txBody>
      </p:sp>
    </p:spTree>
    <p:extLst>
      <p:ext uri="{BB962C8B-B14F-4D97-AF65-F5344CB8AC3E}">
        <p14:creationId xmlns:p14="http://schemas.microsoft.com/office/powerpoint/2010/main" val="2409018349"/>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svg"/><Relationship Id="rId3" Type="http://schemas.openxmlformats.org/officeDocument/2006/relationships/image" Target="../media/image3.svg"/><Relationship Id="rId7" Type="http://schemas.openxmlformats.org/officeDocument/2006/relationships/image" Target="../media/image7.svg"/><Relationship Id="rId12" Type="http://schemas.openxmlformats.org/officeDocument/2006/relationships/image" Target="../media/image12.png"/><Relationship Id="rId2" Type="http://schemas.openxmlformats.org/officeDocument/2006/relationships/image" Target="../media/image2.png"/><Relationship Id="rId16" Type="http://schemas.openxmlformats.org/officeDocument/2006/relationships/image" Target="../media/image1.png"/><Relationship Id="rId1" Type="http://schemas.openxmlformats.org/officeDocument/2006/relationships/slideLayout" Target="../slideLayouts/slideLayout5.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5" Type="http://schemas.openxmlformats.org/officeDocument/2006/relationships/image" Target="../media/image1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 Id="rId14" Type="http://schemas.openxmlformats.org/officeDocument/2006/relationships/image" Target="../media/image1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Graphic 41">
            <a:extLst>
              <a:ext uri="{FF2B5EF4-FFF2-40B4-BE49-F238E27FC236}">
                <a16:creationId xmlns:a16="http://schemas.microsoft.com/office/drawing/2014/main" id="{18DD0890-DABA-270D-3A12-896A3994FEE7}"/>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3028" t="12065" r="16807"/>
          <a:stretch/>
        </p:blipFill>
        <p:spPr>
          <a:xfrm>
            <a:off x="4109966" y="-12701"/>
            <a:ext cx="8082034" cy="5906587"/>
          </a:xfrm>
          <a:prstGeom prst="rect">
            <a:avLst/>
          </a:prstGeom>
        </p:spPr>
      </p:pic>
      <p:pic>
        <p:nvPicPr>
          <p:cNvPr id="43" name="Graphic 42">
            <a:extLst>
              <a:ext uri="{FF2B5EF4-FFF2-40B4-BE49-F238E27FC236}">
                <a16:creationId xmlns:a16="http://schemas.microsoft.com/office/drawing/2014/main" id="{931B7897-A53E-94B4-F75E-8D5623192B8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314951" y="3175"/>
            <a:ext cx="3660310" cy="1985913"/>
          </a:xfrm>
          <a:prstGeom prst="rect">
            <a:avLst/>
          </a:prstGeom>
        </p:spPr>
      </p:pic>
      <p:pic>
        <p:nvPicPr>
          <p:cNvPr id="44" name="Graphic 43">
            <a:extLst>
              <a:ext uri="{FF2B5EF4-FFF2-40B4-BE49-F238E27FC236}">
                <a16:creationId xmlns:a16="http://schemas.microsoft.com/office/drawing/2014/main" id="{E44C52FA-CDDB-B968-3FD5-21916A1DED2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785928" y="0"/>
            <a:ext cx="2734555" cy="1485900"/>
          </a:xfrm>
          <a:prstGeom prst="rect">
            <a:avLst/>
          </a:prstGeom>
        </p:spPr>
      </p:pic>
      <p:pic>
        <p:nvPicPr>
          <p:cNvPr id="45" name="Graphic 44">
            <a:extLst>
              <a:ext uri="{FF2B5EF4-FFF2-40B4-BE49-F238E27FC236}">
                <a16:creationId xmlns:a16="http://schemas.microsoft.com/office/drawing/2014/main" id="{1420DEDA-C02B-7A0C-2627-061C817000F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109967" y="0"/>
            <a:ext cx="8082033" cy="5906587"/>
          </a:xfrm>
          <a:prstGeom prst="rect">
            <a:avLst/>
          </a:prstGeom>
        </p:spPr>
      </p:pic>
      <p:pic>
        <p:nvPicPr>
          <p:cNvPr id="46" name="Graphic 45">
            <a:extLst>
              <a:ext uri="{FF2B5EF4-FFF2-40B4-BE49-F238E27FC236}">
                <a16:creationId xmlns:a16="http://schemas.microsoft.com/office/drawing/2014/main" id="{FB52E174-96EF-7D26-E1E9-90041DD21DF2}"/>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544175" y="3480699"/>
            <a:ext cx="1647825" cy="1964714"/>
          </a:xfrm>
          <a:prstGeom prst="rect">
            <a:avLst/>
          </a:prstGeom>
        </p:spPr>
      </p:pic>
      <p:pic>
        <p:nvPicPr>
          <p:cNvPr id="47" name="Graphic 46">
            <a:extLst>
              <a:ext uri="{FF2B5EF4-FFF2-40B4-BE49-F238E27FC236}">
                <a16:creationId xmlns:a16="http://schemas.microsoft.com/office/drawing/2014/main" id="{44A4EA45-9949-E5C8-34AB-7D2F18030414}"/>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0544175" y="3906570"/>
            <a:ext cx="1647825" cy="1964714"/>
          </a:xfrm>
          <a:prstGeom prst="rect">
            <a:avLst/>
          </a:prstGeom>
        </p:spPr>
      </p:pic>
      <p:pic>
        <p:nvPicPr>
          <p:cNvPr id="48" name="Graphic 47">
            <a:extLst>
              <a:ext uri="{FF2B5EF4-FFF2-40B4-BE49-F238E27FC236}">
                <a16:creationId xmlns:a16="http://schemas.microsoft.com/office/drawing/2014/main" id="{0FAD5EE7-B747-0097-FE85-11241054FEF3}"/>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933604" y="1682751"/>
            <a:ext cx="3989733" cy="4836428"/>
          </a:xfrm>
          <a:prstGeom prst="rect">
            <a:avLst/>
          </a:prstGeom>
        </p:spPr>
      </p:pic>
      <p:grpSp>
        <p:nvGrpSpPr>
          <p:cNvPr id="49" name="Group 48">
            <a:extLst>
              <a:ext uri="{FF2B5EF4-FFF2-40B4-BE49-F238E27FC236}">
                <a16:creationId xmlns:a16="http://schemas.microsoft.com/office/drawing/2014/main" id="{C8FFC617-B1A7-4C74-CA56-6B8786B3ECB9}"/>
              </a:ext>
            </a:extLst>
          </p:cNvPr>
          <p:cNvGrpSpPr/>
          <p:nvPr/>
        </p:nvGrpSpPr>
        <p:grpSpPr>
          <a:xfrm>
            <a:off x="517525" y="3128267"/>
            <a:ext cx="4831155" cy="1645345"/>
            <a:chOff x="486717" y="2094211"/>
            <a:chExt cx="2836324" cy="1645345"/>
          </a:xfrm>
        </p:grpSpPr>
        <p:sp>
          <p:nvSpPr>
            <p:cNvPr id="50" name="TextBox 49">
              <a:extLst>
                <a:ext uri="{FF2B5EF4-FFF2-40B4-BE49-F238E27FC236}">
                  <a16:creationId xmlns:a16="http://schemas.microsoft.com/office/drawing/2014/main" id="{6116B784-9DD2-61FC-92C4-B4B05544F9AF}"/>
                </a:ext>
              </a:extLst>
            </p:cNvPr>
            <p:cNvSpPr txBox="1"/>
            <p:nvPr/>
          </p:nvSpPr>
          <p:spPr>
            <a:xfrm>
              <a:off x="613405" y="2094211"/>
              <a:ext cx="2206145" cy="707886"/>
            </a:xfrm>
            <a:prstGeom prst="rect">
              <a:avLst/>
            </a:prstGeom>
            <a:no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0" cap="none" spc="0" normalizeH="0" baseline="0" noProof="0">
                  <a:ln>
                    <a:noFill/>
                  </a:ln>
                  <a:solidFill>
                    <a:srgbClr val="24255B"/>
                  </a:solidFill>
                  <a:effectLst/>
                  <a:uLnTx/>
                  <a:uFillTx/>
                  <a:latin typeface="Poppins"/>
                  <a:ea typeface="+mn-ea"/>
                  <a:cs typeface="Poppins" panose="00000500000000000000" pitchFamily="2" charset="0"/>
                </a:rPr>
                <a:t>Security Alert</a:t>
              </a:r>
            </a:p>
          </p:txBody>
        </p:sp>
        <p:sp>
          <p:nvSpPr>
            <p:cNvPr id="51" name="TextBox 50">
              <a:extLst>
                <a:ext uri="{FF2B5EF4-FFF2-40B4-BE49-F238E27FC236}">
                  <a16:creationId xmlns:a16="http://schemas.microsoft.com/office/drawing/2014/main" id="{E967EFD1-74A2-67A8-78A0-C68829C0573C}"/>
                </a:ext>
              </a:extLst>
            </p:cNvPr>
            <p:cNvSpPr txBox="1"/>
            <p:nvPr/>
          </p:nvSpPr>
          <p:spPr>
            <a:xfrm>
              <a:off x="613405" y="2690337"/>
              <a:ext cx="2709636" cy="954107"/>
            </a:xfrm>
            <a:prstGeom prst="rect">
              <a:avLst/>
            </a:prstGeom>
            <a:no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a:ln>
                    <a:noFill/>
                  </a:ln>
                  <a:solidFill>
                    <a:srgbClr val="24255B"/>
                  </a:solidFill>
                  <a:effectLst/>
                  <a:uLnTx/>
                  <a:uFillTx/>
                  <a:latin typeface="Poppins"/>
                  <a:ea typeface="+mn-ea"/>
                  <a:cs typeface="Poppins" panose="00000500000000000000" pitchFamily="2" charset="0"/>
                </a:rPr>
                <a:t>Client Environment and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a:ln>
                    <a:noFill/>
                  </a:ln>
                  <a:solidFill>
                    <a:srgbClr val="24255B"/>
                  </a:solidFill>
                  <a:effectLst/>
                  <a:uLnTx/>
                  <a:uFillTx/>
                  <a:latin typeface="Poppins"/>
                  <a:ea typeface="+mn-ea"/>
                  <a:cs typeface="Poppins" panose="00000500000000000000" pitchFamily="2" charset="0"/>
                </a:rPr>
                <a:t>Data protection</a:t>
              </a:r>
              <a:endParaRPr kumimoji="0" lang="en-US" sz="2800" b="0" i="0" u="none" strike="noStrike" kern="0" cap="none" spc="0" normalizeH="0" baseline="0" noProof="0">
                <a:ln>
                  <a:noFill/>
                </a:ln>
                <a:solidFill>
                  <a:srgbClr val="24255B"/>
                </a:solidFill>
                <a:effectLst/>
                <a:uLnTx/>
                <a:uFillTx/>
                <a:latin typeface="Poppins"/>
                <a:ea typeface="+mn-ea"/>
                <a:cs typeface="Poppins" panose="00000500000000000000" pitchFamily="2" charset="0"/>
              </a:endParaRPr>
            </a:p>
          </p:txBody>
        </p:sp>
        <p:sp>
          <p:nvSpPr>
            <p:cNvPr id="52" name="Rectangle 51">
              <a:extLst>
                <a:ext uri="{FF2B5EF4-FFF2-40B4-BE49-F238E27FC236}">
                  <a16:creationId xmlns:a16="http://schemas.microsoft.com/office/drawing/2014/main" id="{D1DB8226-E393-3357-B105-ECBEFFBA4B58}"/>
                </a:ext>
              </a:extLst>
            </p:cNvPr>
            <p:cNvSpPr/>
            <p:nvPr/>
          </p:nvSpPr>
          <p:spPr>
            <a:xfrm>
              <a:off x="486717" y="2145241"/>
              <a:ext cx="40863" cy="1594315"/>
            </a:xfrm>
            <a:prstGeom prst="rect">
              <a:avLst/>
            </a:prstGeom>
            <a:solidFill>
              <a:srgbClr val="EB4925"/>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282A5F"/>
                </a:solidFill>
                <a:effectLst/>
                <a:uLnTx/>
                <a:uFillTx/>
                <a:latin typeface="Poppins"/>
                <a:ea typeface="+mn-ea"/>
                <a:cs typeface="+mn-cs"/>
              </a:endParaRPr>
            </a:p>
          </p:txBody>
        </p:sp>
      </p:grpSp>
      <p:sp>
        <p:nvSpPr>
          <p:cNvPr id="53" name="TextBox 52">
            <a:extLst>
              <a:ext uri="{FF2B5EF4-FFF2-40B4-BE49-F238E27FC236}">
                <a16:creationId xmlns:a16="http://schemas.microsoft.com/office/drawing/2014/main" id="{B7BA06C0-01D8-FCEE-3006-AE0148AEB970}"/>
              </a:ext>
            </a:extLst>
          </p:cNvPr>
          <p:cNvSpPr txBox="1"/>
          <p:nvPr/>
        </p:nvSpPr>
        <p:spPr>
          <a:xfrm>
            <a:off x="382131" y="6160503"/>
            <a:ext cx="2611612"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24255B"/>
                </a:solidFill>
                <a:effectLst/>
                <a:uLnTx/>
                <a:uFillTx/>
                <a:latin typeface="Poppins"/>
                <a:ea typeface="+mn-ea"/>
                <a:cs typeface="Poppins" panose="00000500000000000000" pitchFamily="2" charset="0"/>
              </a:rPr>
              <a:t>6</a:t>
            </a:r>
            <a:r>
              <a:rPr kumimoji="0" lang="en-US" sz="2000" b="0" i="0" u="none" strike="noStrike" kern="1200" cap="none" spc="0" normalizeH="0" baseline="30000" noProof="0" dirty="0">
                <a:ln>
                  <a:noFill/>
                </a:ln>
                <a:solidFill>
                  <a:srgbClr val="24255B"/>
                </a:solidFill>
                <a:effectLst/>
                <a:uLnTx/>
                <a:uFillTx/>
                <a:latin typeface="Poppins"/>
                <a:ea typeface="+mn-ea"/>
                <a:cs typeface="Poppins" panose="00000500000000000000" pitchFamily="2" charset="0"/>
              </a:rPr>
              <a:t>th</a:t>
            </a:r>
            <a:r>
              <a:rPr kumimoji="0" lang="en-US" sz="2000" b="0" i="0" u="none" strike="noStrike" kern="1200" cap="none" spc="0" normalizeH="0" baseline="0" noProof="0" dirty="0">
                <a:ln>
                  <a:noFill/>
                </a:ln>
                <a:solidFill>
                  <a:srgbClr val="24255B"/>
                </a:solidFill>
                <a:effectLst/>
                <a:uLnTx/>
                <a:uFillTx/>
                <a:latin typeface="Poppins"/>
                <a:ea typeface="+mn-ea"/>
                <a:cs typeface="Poppins" panose="00000500000000000000" pitchFamily="2" charset="0"/>
              </a:rPr>
              <a:t> November 2025</a:t>
            </a:r>
          </a:p>
        </p:txBody>
      </p:sp>
      <p:sp>
        <p:nvSpPr>
          <p:cNvPr id="54" name="TextBox 53">
            <a:extLst>
              <a:ext uri="{FF2B5EF4-FFF2-40B4-BE49-F238E27FC236}">
                <a16:creationId xmlns:a16="http://schemas.microsoft.com/office/drawing/2014/main" id="{B1197462-1DCE-09AD-68D7-241B6319B718}"/>
              </a:ext>
            </a:extLst>
          </p:cNvPr>
          <p:cNvSpPr txBox="1"/>
          <p:nvPr/>
        </p:nvSpPr>
        <p:spPr>
          <a:xfrm>
            <a:off x="10537147" y="6252836"/>
            <a:ext cx="1511952" cy="307777"/>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82A5F"/>
                </a:solidFill>
                <a:effectLst/>
                <a:uLnTx/>
                <a:uFillTx/>
                <a:latin typeface="Poppins"/>
                <a:ea typeface="+mn-ea"/>
                <a:cs typeface="Poppins" panose="00000500000000000000" pitchFamily="2" charset="0"/>
              </a:rPr>
              <a:t>www.relanto.ai</a:t>
            </a:r>
          </a:p>
        </p:txBody>
      </p:sp>
      <p:pic>
        <p:nvPicPr>
          <p:cNvPr id="55" name="Picture 54" descr="A blue and orange logo&#10;&#10;Description automatically generated">
            <a:extLst>
              <a:ext uri="{FF2B5EF4-FFF2-40B4-BE49-F238E27FC236}">
                <a16:creationId xmlns:a16="http://schemas.microsoft.com/office/drawing/2014/main" id="{3FD22440-3706-43AD-5357-960306FFC633}"/>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438450" y="420756"/>
            <a:ext cx="2093522" cy="716377"/>
          </a:xfrm>
          <a:prstGeom prst="rect">
            <a:avLst/>
          </a:prstGeom>
        </p:spPr>
      </p:pic>
    </p:spTree>
    <p:extLst>
      <p:ext uri="{BB962C8B-B14F-4D97-AF65-F5344CB8AC3E}">
        <p14:creationId xmlns:p14="http://schemas.microsoft.com/office/powerpoint/2010/main" val="32446402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C1CF3-2DFE-AF02-028C-9D3AB660876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3F4E17B-72C2-9477-C109-95320F15C548}"/>
              </a:ext>
            </a:extLst>
          </p:cNvPr>
          <p:cNvSpPr>
            <a:spLocks noGrp="1"/>
          </p:cNvSpPr>
          <p:nvPr>
            <p:ph type="body" sz="quarter" idx="10"/>
          </p:nvPr>
        </p:nvSpPr>
        <p:spPr>
          <a:xfrm>
            <a:off x="538798" y="244475"/>
            <a:ext cx="8944457" cy="650875"/>
          </a:xfrm>
        </p:spPr>
        <p:txBody>
          <a:bodyPr>
            <a:noAutofit/>
          </a:bodyPr>
          <a:lstStyle/>
          <a:p>
            <a:r>
              <a:rPr lang="en-US"/>
              <a:t>Usage of the client and Relanto Hardware</a:t>
            </a:r>
          </a:p>
        </p:txBody>
      </p:sp>
      <p:sp>
        <p:nvSpPr>
          <p:cNvPr id="4" name="Rectangle 3">
            <a:extLst>
              <a:ext uri="{FF2B5EF4-FFF2-40B4-BE49-F238E27FC236}">
                <a16:creationId xmlns:a16="http://schemas.microsoft.com/office/drawing/2014/main" id="{DE646F48-6862-70A8-CDF1-0F34A8389861}"/>
              </a:ext>
            </a:extLst>
          </p:cNvPr>
          <p:cNvSpPr/>
          <p:nvPr/>
        </p:nvSpPr>
        <p:spPr>
          <a:xfrm>
            <a:off x="467402" y="3304728"/>
            <a:ext cx="2212516" cy="239238"/>
          </a:xfrm>
          <a:prstGeom prst="rect">
            <a:avLst/>
          </a:prstGeom>
          <a:noFill/>
          <a:ln w="12700" cap="flat" cmpd="sng" algn="ctr">
            <a:no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Poppins"/>
                <a:ea typeface="+mn-ea"/>
                <a:cs typeface="+mn-cs"/>
              </a:rPr>
              <a:t>Do Keep Software Updated</a:t>
            </a:r>
          </a:p>
        </p:txBody>
      </p:sp>
      <p:sp>
        <p:nvSpPr>
          <p:cNvPr id="5" name="Rectangle 4">
            <a:extLst>
              <a:ext uri="{FF2B5EF4-FFF2-40B4-BE49-F238E27FC236}">
                <a16:creationId xmlns:a16="http://schemas.microsoft.com/office/drawing/2014/main" id="{27A786DF-AA1A-9C79-FB98-0C12D95CA3A2}"/>
              </a:ext>
            </a:extLst>
          </p:cNvPr>
          <p:cNvSpPr/>
          <p:nvPr/>
        </p:nvSpPr>
        <p:spPr>
          <a:xfrm>
            <a:off x="347086" y="4155105"/>
            <a:ext cx="2212516" cy="374264"/>
          </a:xfrm>
          <a:prstGeom prst="rect">
            <a:avLst/>
          </a:prstGeom>
          <a:noFill/>
          <a:ln w="12700" cap="flat" cmpd="sng" algn="ctr">
            <a:no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Poppins"/>
                <a:ea typeface="+mn-ea"/>
                <a:cs typeface="+mn-cs"/>
              </a:rPr>
              <a:t>Do Be Cautious with Emails</a:t>
            </a:r>
          </a:p>
        </p:txBody>
      </p:sp>
      <p:sp>
        <p:nvSpPr>
          <p:cNvPr id="7" name="Freeform: Shape 6">
            <a:extLst>
              <a:ext uri="{FF2B5EF4-FFF2-40B4-BE49-F238E27FC236}">
                <a16:creationId xmlns:a16="http://schemas.microsoft.com/office/drawing/2014/main" id="{B4E1BCBA-8F59-C127-E37B-51D0ABD10110}"/>
              </a:ext>
            </a:extLst>
          </p:cNvPr>
          <p:cNvSpPr/>
          <p:nvPr/>
        </p:nvSpPr>
        <p:spPr>
          <a:xfrm>
            <a:off x="4993105" y="1217585"/>
            <a:ext cx="6617367" cy="1388087"/>
          </a:xfrm>
          <a:custGeom>
            <a:avLst/>
            <a:gdLst>
              <a:gd name="connsiteX0" fmla="*/ 0 w 6617367"/>
              <a:gd name="connsiteY0" fmla="*/ 173511 h 1388087"/>
              <a:gd name="connsiteX1" fmla="*/ 5923324 w 6617367"/>
              <a:gd name="connsiteY1" fmla="*/ 173511 h 1388087"/>
              <a:gd name="connsiteX2" fmla="*/ 5923324 w 6617367"/>
              <a:gd name="connsiteY2" fmla="*/ 0 h 1388087"/>
              <a:gd name="connsiteX3" fmla="*/ 6617367 w 6617367"/>
              <a:gd name="connsiteY3" fmla="*/ 694044 h 1388087"/>
              <a:gd name="connsiteX4" fmla="*/ 5923324 w 6617367"/>
              <a:gd name="connsiteY4" fmla="*/ 1388087 h 1388087"/>
              <a:gd name="connsiteX5" fmla="*/ 5923324 w 6617367"/>
              <a:gd name="connsiteY5" fmla="*/ 1214576 h 1388087"/>
              <a:gd name="connsiteX6" fmla="*/ 0 w 6617367"/>
              <a:gd name="connsiteY6" fmla="*/ 1214576 h 1388087"/>
              <a:gd name="connsiteX7" fmla="*/ 0 w 6617367"/>
              <a:gd name="connsiteY7" fmla="*/ 173511 h 1388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17367" h="1388087">
                <a:moveTo>
                  <a:pt x="0" y="173511"/>
                </a:moveTo>
                <a:lnTo>
                  <a:pt x="5923324" y="173511"/>
                </a:lnTo>
                <a:lnTo>
                  <a:pt x="5923324" y="0"/>
                </a:lnTo>
                <a:lnTo>
                  <a:pt x="6617367" y="694044"/>
                </a:lnTo>
                <a:lnTo>
                  <a:pt x="5923324" y="1388087"/>
                </a:lnTo>
                <a:lnTo>
                  <a:pt x="5923324" y="1214576"/>
                </a:lnTo>
                <a:lnTo>
                  <a:pt x="0" y="1214576"/>
                </a:lnTo>
                <a:lnTo>
                  <a:pt x="0" y="173511"/>
                </a:lnTo>
                <a:close/>
              </a:path>
            </a:pathLst>
          </a:custGeom>
        </p:spPr>
        <p:style>
          <a:lnRef idx="2">
            <a:schemeClr val="accent1">
              <a:alpha val="90000"/>
              <a:hueOff val="0"/>
              <a:satOff val="0"/>
              <a:lumOff val="0"/>
              <a:alphaOff val="0"/>
            </a:schemeClr>
          </a:lnRef>
          <a:fillRef idx="1">
            <a:schemeClr val="lt1">
              <a:alpha val="90000"/>
              <a:tint val="40000"/>
              <a:hueOff val="0"/>
              <a:satOff val="0"/>
              <a:lumOff val="0"/>
              <a:alphaOff val="0"/>
            </a:schemeClr>
          </a:fillRef>
          <a:effectRef idx="0">
            <a:schemeClr val="l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82880" tIns="181131" rIns="528153" bIns="181131" numCol="1" spcCol="1270" anchor="ctr" anchorCtr="0">
            <a:noAutofit/>
          </a:bodyPr>
          <a:lstStyle/>
          <a:p>
            <a:pPr marL="114300" marR="0" lvl="1" indent="-11430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hueOff val="0"/>
                    <a:satOff val="0"/>
                    <a:lumOff val="0"/>
                    <a:alphaOff val="0"/>
                  </a:prstClr>
                </a:solidFill>
                <a:effectLst/>
                <a:uLnTx/>
                <a:uFillTx/>
                <a:latin typeface="Poppins"/>
                <a:ea typeface="+mn-ea"/>
                <a:cs typeface="+mn-cs"/>
              </a:rPr>
              <a:t>Using client-provided laptops or client networks to log into Relanto platforms (Outlook, Teams, SharePoint, OneDrive) poses serious security and compliance risks</a:t>
            </a:r>
          </a:p>
        </p:txBody>
      </p:sp>
      <p:sp>
        <p:nvSpPr>
          <p:cNvPr id="8" name="Freeform: Shape 7">
            <a:extLst>
              <a:ext uri="{FF2B5EF4-FFF2-40B4-BE49-F238E27FC236}">
                <a16:creationId xmlns:a16="http://schemas.microsoft.com/office/drawing/2014/main" id="{2FB0391F-C017-33EB-2888-287D67DC1626}"/>
              </a:ext>
            </a:extLst>
          </p:cNvPr>
          <p:cNvSpPr/>
          <p:nvPr/>
        </p:nvSpPr>
        <p:spPr>
          <a:xfrm>
            <a:off x="581527" y="1217585"/>
            <a:ext cx="4411578" cy="1388087"/>
          </a:xfrm>
          <a:custGeom>
            <a:avLst/>
            <a:gdLst>
              <a:gd name="connsiteX0" fmla="*/ 0 w 4411578"/>
              <a:gd name="connsiteY0" fmla="*/ 231352 h 1388087"/>
              <a:gd name="connsiteX1" fmla="*/ 231352 w 4411578"/>
              <a:gd name="connsiteY1" fmla="*/ 0 h 1388087"/>
              <a:gd name="connsiteX2" fmla="*/ 4180226 w 4411578"/>
              <a:gd name="connsiteY2" fmla="*/ 0 h 1388087"/>
              <a:gd name="connsiteX3" fmla="*/ 4411578 w 4411578"/>
              <a:gd name="connsiteY3" fmla="*/ 231352 h 1388087"/>
              <a:gd name="connsiteX4" fmla="*/ 4411578 w 4411578"/>
              <a:gd name="connsiteY4" fmla="*/ 1156735 h 1388087"/>
              <a:gd name="connsiteX5" fmla="*/ 4180226 w 4411578"/>
              <a:gd name="connsiteY5" fmla="*/ 1388087 h 1388087"/>
              <a:gd name="connsiteX6" fmla="*/ 231352 w 4411578"/>
              <a:gd name="connsiteY6" fmla="*/ 1388087 h 1388087"/>
              <a:gd name="connsiteX7" fmla="*/ 0 w 4411578"/>
              <a:gd name="connsiteY7" fmla="*/ 1156735 h 1388087"/>
              <a:gd name="connsiteX8" fmla="*/ 0 w 4411578"/>
              <a:gd name="connsiteY8" fmla="*/ 231352 h 1388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1578" h="1388087">
                <a:moveTo>
                  <a:pt x="0" y="231352"/>
                </a:moveTo>
                <a:cubicBezTo>
                  <a:pt x="0" y="103580"/>
                  <a:pt x="103580" y="0"/>
                  <a:pt x="231352" y="0"/>
                </a:cubicBezTo>
                <a:lnTo>
                  <a:pt x="4180226" y="0"/>
                </a:lnTo>
                <a:cubicBezTo>
                  <a:pt x="4307998" y="0"/>
                  <a:pt x="4411578" y="103580"/>
                  <a:pt x="4411578" y="231352"/>
                </a:cubicBezTo>
                <a:lnTo>
                  <a:pt x="4411578" y="1156735"/>
                </a:lnTo>
                <a:cubicBezTo>
                  <a:pt x="4411578" y="1284507"/>
                  <a:pt x="4307998" y="1388087"/>
                  <a:pt x="4180226" y="1388087"/>
                </a:cubicBezTo>
                <a:lnTo>
                  <a:pt x="231352" y="1388087"/>
                </a:lnTo>
                <a:cubicBezTo>
                  <a:pt x="103580" y="1388087"/>
                  <a:pt x="0" y="1284507"/>
                  <a:pt x="0" y="1156735"/>
                </a:cubicBezTo>
                <a:lnTo>
                  <a:pt x="0" y="231352"/>
                </a:lnTo>
                <a:close/>
              </a:path>
            </a:pathLst>
          </a:custGeom>
          <a:solidFill>
            <a:srgbClr val="002060"/>
          </a:solidFill>
        </p:spPr>
        <p:style>
          <a:lnRef idx="2">
            <a:schemeClr val="accent1">
              <a:shade val="80000"/>
              <a:hueOff val="0"/>
              <a:satOff val="0"/>
              <a:lumOff val="0"/>
              <a:alphaOff val="0"/>
            </a:schemeClr>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3961" tIns="105861" rIns="143961" bIns="105861" numCol="1" spcCol="1270" anchor="ctr" anchorCtr="0">
            <a:no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r>
              <a:rPr kumimoji="0" lang="en-US" sz="2000" b="0" i="0" u="none" strike="noStrike" kern="1200" cap="none" spc="0" normalizeH="0" baseline="0" noProof="0">
                <a:ln>
                  <a:noFill/>
                </a:ln>
                <a:solidFill>
                  <a:prstClr val="white"/>
                </a:solidFill>
                <a:effectLst/>
                <a:uLnTx/>
                <a:uFillTx/>
                <a:latin typeface="Poppins"/>
                <a:ea typeface="+mn-ea"/>
                <a:cs typeface="+mn-cs"/>
              </a:rPr>
              <a:t>Accessing Relanto Systems via</a:t>
            </a:r>
            <a:r>
              <a:rPr kumimoji="0" lang="en-US" sz="2000" b="0" i="0" u="none" strike="noStrike" kern="1200" cap="none" spc="0" normalizeH="0" baseline="0" noProof="0">
                <a:ln>
                  <a:noFill/>
                </a:ln>
                <a:solidFill>
                  <a:prstClr val="white"/>
                </a:solidFill>
                <a:effectLst/>
                <a:uLnTx/>
                <a:uFillTx/>
                <a:latin typeface="Poppins SemiBold"/>
                <a:ea typeface="+mn-ea"/>
                <a:cs typeface="+mn-cs"/>
              </a:rPr>
              <a:t> client</a:t>
            </a:r>
            <a:r>
              <a:rPr kumimoji="0" lang="en-US" sz="2000" b="0" i="0" u="none" strike="noStrike" kern="1200" cap="none" spc="0" normalizeH="0" baseline="0" noProof="0">
                <a:ln>
                  <a:noFill/>
                </a:ln>
                <a:solidFill>
                  <a:prstClr val="white"/>
                </a:solidFill>
                <a:effectLst/>
                <a:uLnTx/>
                <a:uFillTx/>
                <a:latin typeface="Poppins"/>
                <a:ea typeface="+mn-ea"/>
                <a:cs typeface="+mn-cs"/>
              </a:rPr>
              <a:t> Devices or Networks</a:t>
            </a:r>
          </a:p>
        </p:txBody>
      </p:sp>
      <p:sp>
        <p:nvSpPr>
          <p:cNvPr id="9" name="Freeform: Shape 8">
            <a:extLst>
              <a:ext uri="{FF2B5EF4-FFF2-40B4-BE49-F238E27FC236}">
                <a16:creationId xmlns:a16="http://schemas.microsoft.com/office/drawing/2014/main" id="{4057DD7F-A466-D80F-875F-70886330BA24}"/>
              </a:ext>
            </a:extLst>
          </p:cNvPr>
          <p:cNvSpPr/>
          <p:nvPr/>
        </p:nvSpPr>
        <p:spPr>
          <a:xfrm>
            <a:off x="4993105" y="2744481"/>
            <a:ext cx="6617367" cy="1388087"/>
          </a:xfrm>
          <a:custGeom>
            <a:avLst/>
            <a:gdLst>
              <a:gd name="connsiteX0" fmla="*/ 0 w 6617367"/>
              <a:gd name="connsiteY0" fmla="*/ 173511 h 1388087"/>
              <a:gd name="connsiteX1" fmla="*/ 5923324 w 6617367"/>
              <a:gd name="connsiteY1" fmla="*/ 173511 h 1388087"/>
              <a:gd name="connsiteX2" fmla="*/ 5923324 w 6617367"/>
              <a:gd name="connsiteY2" fmla="*/ 0 h 1388087"/>
              <a:gd name="connsiteX3" fmla="*/ 6617367 w 6617367"/>
              <a:gd name="connsiteY3" fmla="*/ 694044 h 1388087"/>
              <a:gd name="connsiteX4" fmla="*/ 5923324 w 6617367"/>
              <a:gd name="connsiteY4" fmla="*/ 1388087 h 1388087"/>
              <a:gd name="connsiteX5" fmla="*/ 5923324 w 6617367"/>
              <a:gd name="connsiteY5" fmla="*/ 1214576 h 1388087"/>
              <a:gd name="connsiteX6" fmla="*/ 0 w 6617367"/>
              <a:gd name="connsiteY6" fmla="*/ 1214576 h 1388087"/>
              <a:gd name="connsiteX7" fmla="*/ 0 w 6617367"/>
              <a:gd name="connsiteY7" fmla="*/ 173511 h 1388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17367" h="1388087">
                <a:moveTo>
                  <a:pt x="0" y="173511"/>
                </a:moveTo>
                <a:lnTo>
                  <a:pt x="5923324" y="173511"/>
                </a:lnTo>
                <a:lnTo>
                  <a:pt x="5923324" y="0"/>
                </a:lnTo>
                <a:lnTo>
                  <a:pt x="6617367" y="694044"/>
                </a:lnTo>
                <a:lnTo>
                  <a:pt x="5923324" y="1388087"/>
                </a:lnTo>
                <a:lnTo>
                  <a:pt x="5923324" y="1214576"/>
                </a:lnTo>
                <a:lnTo>
                  <a:pt x="0" y="1214576"/>
                </a:lnTo>
                <a:lnTo>
                  <a:pt x="0" y="173511"/>
                </a:lnTo>
                <a:close/>
              </a:path>
            </a:pathLst>
          </a:custGeom>
        </p:spPr>
        <p:style>
          <a:lnRef idx="2">
            <a:schemeClr val="accent1">
              <a:alpha val="90000"/>
              <a:hueOff val="0"/>
              <a:satOff val="0"/>
              <a:lumOff val="0"/>
              <a:alphaOff val="0"/>
            </a:schemeClr>
          </a:lnRef>
          <a:fillRef idx="1">
            <a:schemeClr val="lt1">
              <a:alpha val="90000"/>
              <a:tint val="40000"/>
              <a:hueOff val="0"/>
              <a:satOff val="0"/>
              <a:lumOff val="0"/>
              <a:alphaOff val="0"/>
            </a:schemeClr>
          </a:fillRef>
          <a:effectRef idx="0">
            <a:schemeClr val="l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82880" tIns="181131" rIns="528153" bIns="181131" numCol="1" spcCol="1270" anchor="ctr" anchorCtr="0">
            <a:noAutofit/>
          </a:bodyPr>
          <a:lstStyle/>
          <a:p>
            <a:pPr marL="114300" marR="0" lvl="1" indent="-114300" algn="l" defTabSz="533400" rtl="0" eaLnBrk="1" fontAlgn="auto" latinLnBrk="0" hangingPunct="1">
              <a:lnSpc>
                <a:spcPct val="90000"/>
              </a:lnSpc>
              <a:spcBef>
                <a:spcPct val="0"/>
              </a:spcBef>
              <a:spcAft>
                <a:spcPct val="15000"/>
              </a:spcAft>
              <a:buClrTx/>
              <a:buSzTx/>
              <a:buFontTx/>
              <a:buChar char="•"/>
              <a:tabLst/>
              <a:defRPr/>
            </a:pPr>
            <a:r>
              <a:rPr kumimoji="0" lang="en-US" sz="1200" b="0" i="0" u="none" strike="noStrike" kern="1200" cap="none" spc="0" normalizeH="0" baseline="0" noProof="0">
                <a:ln>
                  <a:noFill/>
                </a:ln>
                <a:solidFill>
                  <a:prstClr val="black">
                    <a:hueOff val="0"/>
                    <a:satOff val="0"/>
                    <a:lumOff val="0"/>
                    <a:alphaOff val="0"/>
                  </a:prstClr>
                </a:solidFill>
                <a:effectLst/>
                <a:uLnTx/>
                <a:uFillTx/>
                <a:latin typeface="Poppins"/>
                <a:ea typeface="+mn-ea"/>
                <a:cs typeface="+mn-cs"/>
              </a:rPr>
              <a:t>Uploading client data to personal drives or accounts (e.g., Gmail, Google Drive, Dropbox)</a:t>
            </a:r>
          </a:p>
          <a:p>
            <a:pPr marL="114300" marR="0" lvl="1" indent="-114300" algn="l" defTabSz="533400" rtl="0" eaLnBrk="1" fontAlgn="auto" latinLnBrk="0" hangingPunct="1">
              <a:lnSpc>
                <a:spcPct val="90000"/>
              </a:lnSpc>
              <a:spcBef>
                <a:spcPct val="0"/>
              </a:spcBef>
              <a:spcAft>
                <a:spcPct val="15000"/>
              </a:spcAft>
              <a:buClrTx/>
              <a:buSzTx/>
              <a:buFontTx/>
              <a:buChar char="•"/>
              <a:tabLst/>
              <a:defRPr/>
            </a:pPr>
            <a:r>
              <a:rPr kumimoji="0" lang="en-US" sz="1200" b="0" i="0" u="none" strike="noStrike" kern="1200" cap="none" spc="0" normalizeH="0" baseline="0" noProof="0">
                <a:ln>
                  <a:noFill/>
                </a:ln>
                <a:solidFill>
                  <a:prstClr val="black">
                    <a:hueOff val="0"/>
                    <a:satOff val="0"/>
                    <a:lumOff val="0"/>
                    <a:alphaOff val="0"/>
                  </a:prstClr>
                </a:solidFill>
                <a:effectLst/>
                <a:uLnTx/>
                <a:uFillTx/>
                <a:latin typeface="Poppins"/>
                <a:ea typeface="+mn-ea"/>
                <a:cs typeface="+mn-cs"/>
              </a:rPr>
              <a:t>Sharing client information via internal Relanto emails or Teams chats</a:t>
            </a:r>
          </a:p>
          <a:p>
            <a:pPr marL="114300" marR="0" lvl="1" indent="-114300" algn="l" defTabSz="533400" rtl="0" eaLnBrk="1" fontAlgn="auto" latinLnBrk="0" hangingPunct="1">
              <a:lnSpc>
                <a:spcPct val="90000"/>
              </a:lnSpc>
              <a:spcBef>
                <a:spcPct val="0"/>
              </a:spcBef>
              <a:spcAft>
                <a:spcPct val="15000"/>
              </a:spcAft>
              <a:buClrTx/>
              <a:buSzTx/>
              <a:buFontTx/>
              <a:buChar char="•"/>
              <a:tabLst/>
              <a:defRPr/>
            </a:pPr>
            <a:r>
              <a:rPr kumimoji="0" lang="en-US" sz="1200" b="0" i="0" u="none" strike="noStrike" kern="1200" cap="none" spc="0" normalizeH="0" baseline="0" noProof="0">
                <a:ln>
                  <a:noFill/>
                </a:ln>
                <a:solidFill>
                  <a:prstClr val="black">
                    <a:hueOff val="0"/>
                    <a:satOff val="0"/>
                    <a:lumOff val="0"/>
                    <a:alphaOff val="0"/>
                  </a:prstClr>
                </a:solidFill>
                <a:effectLst/>
                <a:uLnTx/>
                <a:uFillTx/>
                <a:latin typeface="Poppins"/>
                <a:ea typeface="+mn-ea"/>
                <a:cs typeface="+mn-cs"/>
              </a:rPr>
              <a:t>Locally storing client files on Relanto-issued devices</a:t>
            </a:r>
            <a:endParaRPr kumimoji="0" lang="en-US" sz="1200" b="0" i="0" u="none" strike="noStrike" kern="1200" cap="none" spc="0" normalizeH="0" baseline="0" noProof="0">
              <a:ln>
                <a:noFill/>
              </a:ln>
              <a:solidFill>
                <a:prstClr val="black">
                  <a:hueOff val="0"/>
                  <a:satOff val="0"/>
                  <a:lumOff val="0"/>
                  <a:alphaOff val="0"/>
                </a:prstClr>
              </a:solidFill>
              <a:effectLst/>
              <a:uLnTx/>
              <a:uFillTx/>
              <a:latin typeface="Poppins SemiBold"/>
              <a:ea typeface="+mn-ea"/>
              <a:cs typeface="+mn-cs"/>
            </a:endParaRPr>
          </a:p>
        </p:txBody>
      </p:sp>
      <p:sp>
        <p:nvSpPr>
          <p:cNvPr id="10" name="Freeform: Shape 9">
            <a:extLst>
              <a:ext uri="{FF2B5EF4-FFF2-40B4-BE49-F238E27FC236}">
                <a16:creationId xmlns:a16="http://schemas.microsoft.com/office/drawing/2014/main" id="{677E6098-1590-3631-E35B-55F73D4D6A16}"/>
              </a:ext>
            </a:extLst>
          </p:cNvPr>
          <p:cNvSpPr/>
          <p:nvPr/>
        </p:nvSpPr>
        <p:spPr>
          <a:xfrm>
            <a:off x="581527" y="2744481"/>
            <a:ext cx="4411578" cy="1388087"/>
          </a:xfrm>
          <a:custGeom>
            <a:avLst/>
            <a:gdLst>
              <a:gd name="connsiteX0" fmla="*/ 0 w 4411578"/>
              <a:gd name="connsiteY0" fmla="*/ 231352 h 1388087"/>
              <a:gd name="connsiteX1" fmla="*/ 231352 w 4411578"/>
              <a:gd name="connsiteY1" fmla="*/ 0 h 1388087"/>
              <a:gd name="connsiteX2" fmla="*/ 4180226 w 4411578"/>
              <a:gd name="connsiteY2" fmla="*/ 0 h 1388087"/>
              <a:gd name="connsiteX3" fmla="*/ 4411578 w 4411578"/>
              <a:gd name="connsiteY3" fmla="*/ 231352 h 1388087"/>
              <a:gd name="connsiteX4" fmla="*/ 4411578 w 4411578"/>
              <a:gd name="connsiteY4" fmla="*/ 1156735 h 1388087"/>
              <a:gd name="connsiteX5" fmla="*/ 4180226 w 4411578"/>
              <a:gd name="connsiteY5" fmla="*/ 1388087 h 1388087"/>
              <a:gd name="connsiteX6" fmla="*/ 231352 w 4411578"/>
              <a:gd name="connsiteY6" fmla="*/ 1388087 h 1388087"/>
              <a:gd name="connsiteX7" fmla="*/ 0 w 4411578"/>
              <a:gd name="connsiteY7" fmla="*/ 1156735 h 1388087"/>
              <a:gd name="connsiteX8" fmla="*/ 0 w 4411578"/>
              <a:gd name="connsiteY8" fmla="*/ 231352 h 1388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1578" h="1388087">
                <a:moveTo>
                  <a:pt x="0" y="231352"/>
                </a:moveTo>
                <a:cubicBezTo>
                  <a:pt x="0" y="103580"/>
                  <a:pt x="103580" y="0"/>
                  <a:pt x="231352" y="0"/>
                </a:cubicBezTo>
                <a:lnTo>
                  <a:pt x="4180226" y="0"/>
                </a:lnTo>
                <a:cubicBezTo>
                  <a:pt x="4307998" y="0"/>
                  <a:pt x="4411578" y="103580"/>
                  <a:pt x="4411578" y="231352"/>
                </a:cubicBezTo>
                <a:lnTo>
                  <a:pt x="4411578" y="1156735"/>
                </a:lnTo>
                <a:cubicBezTo>
                  <a:pt x="4411578" y="1284507"/>
                  <a:pt x="4307998" y="1388087"/>
                  <a:pt x="4180226" y="1388087"/>
                </a:cubicBezTo>
                <a:lnTo>
                  <a:pt x="231352" y="1388087"/>
                </a:lnTo>
                <a:cubicBezTo>
                  <a:pt x="103580" y="1388087"/>
                  <a:pt x="0" y="1284507"/>
                  <a:pt x="0" y="1156735"/>
                </a:cubicBezTo>
                <a:lnTo>
                  <a:pt x="0" y="231352"/>
                </a:lnTo>
                <a:close/>
              </a:path>
            </a:pathLst>
          </a:custGeom>
          <a:solidFill>
            <a:srgbClr val="0070C0"/>
          </a:solidFill>
          <a:ln>
            <a:noFill/>
          </a:ln>
        </p:spPr>
        <p:style>
          <a:lnRef idx="2">
            <a:scrgbClr r="0" g="0" b="0"/>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3961" tIns="105861" rIns="143961" bIns="105861" numCol="1" spcCol="1270" anchor="ctr" anchorCtr="0">
            <a:no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r>
              <a:rPr kumimoji="0" lang="en-US" sz="2000" b="0" i="0" u="none" strike="noStrike" kern="1200" cap="none" spc="0" normalizeH="0" baseline="0" noProof="0">
                <a:ln>
                  <a:noFill/>
                </a:ln>
                <a:solidFill>
                  <a:prstClr val="white"/>
                </a:solidFill>
                <a:effectLst/>
                <a:uLnTx/>
                <a:uFillTx/>
                <a:latin typeface="Poppins SemiBold"/>
                <a:ea typeface="+mn-ea"/>
                <a:cs typeface="+mn-cs"/>
              </a:rPr>
              <a:t>Transferring </a:t>
            </a:r>
            <a:r>
              <a:rPr kumimoji="0" lang="en-US" sz="2000" b="0" i="0" u="none" strike="noStrike" kern="1200" cap="none" spc="0" normalizeH="0" baseline="0" noProof="0">
                <a:ln>
                  <a:noFill/>
                </a:ln>
                <a:solidFill>
                  <a:prstClr val="white"/>
                </a:solidFill>
                <a:effectLst/>
                <a:uLnTx/>
                <a:uFillTx/>
                <a:latin typeface="Poppins SemiBold"/>
                <a:ea typeface="Calibri"/>
                <a:cs typeface="Poppins SemiBold"/>
              </a:rPr>
              <a:t>client Data from Relanto System</a:t>
            </a:r>
            <a:endParaRPr kumimoji="0" lang="en-US" sz="1100" b="0" i="0" u="none" strike="noStrike" kern="1200" cap="none" spc="0" normalizeH="0" baseline="0" noProof="0">
              <a:ln>
                <a:noFill/>
              </a:ln>
              <a:solidFill>
                <a:prstClr val="white"/>
              </a:solidFill>
              <a:effectLst/>
              <a:uLnTx/>
              <a:uFillTx/>
              <a:latin typeface="Poppins SemiBold"/>
              <a:ea typeface="Calibri"/>
              <a:cs typeface="Calibri"/>
            </a:endParaRPr>
          </a:p>
        </p:txBody>
      </p:sp>
      <p:sp>
        <p:nvSpPr>
          <p:cNvPr id="11" name="Freeform: Shape 10">
            <a:extLst>
              <a:ext uri="{FF2B5EF4-FFF2-40B4-BE49-F238E27FC236}">
                <a16:creationId xmlns:a16="http://schemas.microsoft.com/office/drawing/2014/main" id="{AF562089-5D25-FE48-BD32-C481E82EA2D6}"/>
              </a:ext>
            </a:extLst>
          </p:cNvPr>
          <p:cNvSpPr/>
          <p:nvPr/>
        </p:nvSpPr>
        <p:spPr>
          <a:xfrm>
            <a:off x="4993105" y="4271377"/>
            <a:ext cx="6617367" cy="1388087"/>
          </a:xfrm>
          <a:custGeom>
            <a:avLst/>
            <a:gdLst>
              <a:gd name="connsiteX0" fmla="*/ 0 w 6617367"/>
              <a:gd name="connsiteY0" fmla="*/ 173511 h 1388087"/>
              <a:gd name="connsiteX1" fmla="*/ 5923324 w 6617367"/>
              <a:gd name="connsiteY1" fmla="*/ 173511 h 1388087"/>
              <a:gd name="connsiteX2" fmla="*/ 5923324 w 6617367"/>
              <a:gd name="connsiteY2" fmla="*/ 0 h 1388087"/>
              <a:gd name="connsiteX3" fmla="*/ 6617367 w 6617367"/>
              <a:gd name="connsiteY3" fmla="*/ 694044 h 1388087"/>
              <a:gd name="connsiteX4" fmla="*/ 5923324 w 6617367"/>
              <a:gd name="connsiteY4" fmla="*/ 1388087 h 1388087"/>
              <a:gd name="connsiteX5" fmla="*/ 5923324 w 6617367"/>
              <a:gd name="connsiteY5" fmla="*/ 1214576 h 1388087"/>
              <a:gd name="connsiteX6" fmla="*/ 0 w 6617367"/>
              <a:gd name="connsiteY6" fmla="*/ 1214576 h 1388087"/>
              <a:gd name="connsiteX7" fmla="*/ 0 w 6617367"/>
              <a:gd name="connsiteY7" fmla="*/ 173511 h 1388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17367" h="1388087">
                <a:moveTo>
                  <a:pt x="0" y="173511"/>
                </a:moveTo>
                <a:lnTo>
                  <a:pt x="5923324" y="173511"/>
                </a:lnTo>
                <a:lnTo>
                  <a:pt x="5923324" y="0"/>
                </a:lnTo>
                <a:lnTo>
                  <a:pt x="6617367" y="694044"/>
                </a:lnTo>
                <a:lnTo>
                  <a:pt x="5923324" y="1388087"/>
                </a:lnTo>
                <a:lnTo>
                  <a:pt x="5923324" y="1214576"/>
                </a:lnTo>
                <a:lnTo>
                  <a:pt x="0" y="1214576"/>
                </a:lnTo>
                <a:lnTo>
                  <a:pt x="0" y="173511"/>
                </a:lnTo>
                <a:close/>
              </a:path>
            </a:pathLst>
          </a:custGeom>
        </p:spPr>
        <p:style>
          <a:lnRef idx="2">
            <a:schemeClr val="accent1">
              <a:alpha val="90000"/>
              <a:hueOff val="0"/>
              <a:satOff val="0"/>
              <a:lumOff val="0"/>
              <a:alphaOff val="0"/>
            </a:schemeClr>
          </a:lnRef>
          <a:fillRef idx="1">
            <a:schemeClr val="lt1">
              <a:alpha val="90000"/>
              <a:tint val="40000"/>
              <a:hueOff val="0"/>
              <a:satOff val="0"/>
              <a:lumOff val="0"/>
              <a:alphaOff val="0"/>
            </a:schemeClr>
          </a:fillRef>
          <a:effectRef idx="0">
            <a:schemeClr val="l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82880" tIns="181131" rIns="528153" bIns="181131" numCol="1" spcCol="1270" anchor="ctr" anchorCtr="0">
            <a:noAutofit/>
          </a:bodyPr>
          <a:lstStyle/>
          <a:p>
            <a:pPr marL="114300" marR="0" lvl="1" indent="-114300" algn="l" defTabSz="533400" rtl="0" eaLnBrk="1" fontAlgn="auto" latinLnBrk="0" hangingPunct="1">
              <a:lnSpc>
                <a:spcPct val="90000"/>
              </a:lnSpc>
              <a:spcBef>
                <a:spcPct val="0"/>
              </a:spcBef>
              <a:spcAft>
                <a:spcPct val="15000"/>
              </a:spcAft>
              <a:buClrTx/>
              <a:buSzTx/>
              <a:buFontTx/>
              <a:buChar char="•"/>
              <a:tabLst/>
              <a:defRPr/>
            </a:pPr>
            <a:r>
              <a:rPr kumimoji="0" lang="en-US" sz="1200" b="0" i="0" u="none" strike="noStrike" kern="1200" cap="none" spc="0" normalizeH="0" baseline="0" noProof="0">
                <a:ln>
                  <a:noFill/>
                </a:ln>
                <a:solidFill>
                  <a:prstClr val="black">
                    <a:hueOff val="0"/>
                    <a:satOff val="0"/>
                    <a:lumOff val="0"/>
                    <a:alphaOff val="0"/>
                  </a:prstClr>
                </a:solidFill>
                <a:effectLst/>
                <a:uLnTx/>
                <a:uFillTx/>
                <a:latin typeface="Poppins"/>
                <a:ea typeface="+mn-ea"/>
                <a:cs typeface="+mn-cs"/>
              </a:rPr>
              <a:t>Immediate removal from ongoing projects</a:t>
            </a:r>
            <a:endParaRPr kumimoji="0" lang="en-US" sz="1200" b="0" i="0" u="none" strike="noStrike" kern="1200" cap="none" spc="0" normalizeH="0" baseline="0" noProof="0">
              <a:ln>
                <a:noFill/>
              </a:ln>
              <a:solidFill>
                <a:prstClr val="black">
                  <a:hueOff val="0"/>
                  <a:satOff val="0"/>
                  <a:lumOff val="0"/>
                  <a:alphaOff val="0"/>
                </a:prstClr>
              </a:solidFill>
              <a:effectLst/>
              <a:uLnTx/>
              <a:uFillTx/>
              <a:latin typeface="Poppins SemiBold"/>
              <a:ea typeface="+mn-ea"/>
              <a:cs typeface="+mn-cs"/>
            </a:endParaRPr>
          </a:p>
          <a:p>
            <a:pPr marL="114300" marR="0" lvl="1" indent="-114300" algn="l" defTabSz="533400" rtl="0" eaLnBrk="1" fontAlgn="auto" latinLnBrk="0" hangingPunct="1">
              <a:lnSpc>
                <a:spcPct val="90000"/>
              </a:lnSpc>
              <a:spcBef>
                <a:spcPct val="0"/>
              </a:spcBef>
              <a:spcAft>
                <a:spcPct val="15000"/>
              </a:spcAft>
              <a:buClrTx/>
              <a:buSzTx/>
              <a:buFontTx/>
              <a:buChar char="•"/>
              <a:tabLst/>
              <a:defRPr/>
            </a:pPr>
            <a:r>
              <a:rPr kumimoji="0" lang="en-US" sz="1200" b="0" i="0" u="none" strike="noStrike" kern="1200" cap="none" spc="0" normalizeH="0" baseline="0" noProof="0">
                <a:ln>
                  <a:noFill/>
                </a:ln>
                <a:solidFill>
                  <a:prstClr val="black">
                    <a:hueOff val="0"/>
                    <a:satOff val="0"/>
                    <a:lumOff val="0"/>
                    <a:alphaOff val="0"/>
                  </a:prstClr>
                </a:solidFill>
                <a:effectLst/>
                <a:uLnTx/>
                <a:uFillTx/>
                <a:latin typeface="Poppins"/>
                <a:ea typeface="+mn-ea"/>
                <a:cs typeface="+mn-cs"/>
              </a:rPr>
              <a:t>Project termination by the client due to policy breach</a:t>
            </a:r>
            <a:endParaRPr kumimoji="0" lang="en-US" sz="1200" b="0" i="0" u="none" strike="noStrike" kern="1200" cap="none" spc="0" normalizeH="0" baseline="0" noProof="0">
              <a:ln>
                <a:noFill/>
              </a:ln>
              <a:solidFill>
                <a:prstClr val="black">
                  <a:hueOff val="0"/>
                  <a:satOff val="0"/>
                  <a:lumOff val="0"/>
                  <a:alphaOff val="0"/>
                </a:prstClr>
              </a:solidFill>
              <a:effectLst/>
              <a:uLnTx/>
              <a:uFillTx/>
              <a:latin typeface="Poppins SemiBold"/>
              <a:ea typeface="+mn-ea"/>
              <a:cs typeface="+mn-cs"/>
            </a:endParaRPr>
          </a:p>
          <a:p>
            <a:pPr marL="114300" marR="0" lvl="1" indent="-114300" algn="l" defTabSz="533400" rtl="0" eaLnBrk="1" fontAlgn="auto" latinLnBrk="0" hangingPunct="1">
              <a:lnSpc>
                <a:spcPct val="90000"/>
              </a:lnSpc>
              <a:spcBef>
                <a:spcPct val="0"/>
              </a:spcBef>
              <a:spcAft>
                <a:spcPct val="15000"/>
              </a:spcAft>
              <a:buClrTx/>
              <a:buSzTx/>
              <a:buFontTx/>
              <a:buChar char="•"/>
              <a:tabLst/>
              <a:defRPr/>
            </a:pPr>
            <a:r>
              <a:rPr kumimoji="0" lang="en-US" sz="1200" b="0" i="0" u="none" strike="noStrike" kern="1200" cap="none" spc="0" normalizeH="0" baseline="0" noProof="0">
                <a:ln>
                  <a:noFill/>
                </a:ln>
                <a:solidFill>
                  <a:prstClr val="black">
                    <a:hueOff val="0"/>
                    <a:satOff val="0"/>
                    <a:lumOff val="0"/>
                    <a:alphaOff val="0"/>
                  </a:prstClr>
                </a:solidFill>
                <a:effectLst/>
                <a:uLnTx/>
                <a:uFillTx/>
                <a:latin typeface="Poppins"/>
                <a:ea typeface="+mn-ea"/>
                <a:cs typeface="+mn-cs"/>
              </a:rPr>
              <a:t>Potential legal action or contractual penalties for both the employee and the organization</a:t>
            </a:r>
            <a:endParaRPr kumimoji="0" lang="en-US" sz="1200" b="0" i="0" u="none" strike="noStrike" kern="1200" cap="none" spc="0" normalizeH="0" baseline="0" noProof="0">
              <a:ln>
                <a:noFill/>
              </a:ln>
              <a:solidFill>
                <a:prstClr val="black">
                  <a:hueOff val="0"/>
                  <a:satOff val="0"/>
                  <a:lumOff val="0"/>
                  <a:alphaOff val="0"/>
                </a:prstClr>
              </a:solidFill>
              <a:effectLst/>
              <a:uLnTx/>
              <a:uFillTx/>
              <a:latin typeface="Poppins SemiBold"/>
              <a:ea typeface="+mn-ea"/>
              <a:cs typeface="+mn-cs"/>
            </a:endParaRPr>
          </a:p>
        </p:txBody>
      </p:sp>
      <p:sp>
        <p:nvSpPr>
          <p:cNvPr id="12" name="Freeform: Shape 11">
            <a:extLst>
              <a:ext uri="{FF2B5EF4-FFF2-40B4-BE49-F238E27FC236}">
                <a16:creationId xmlns:a16="http://schemas.microsoft.com/office/drawing/2014/main" id="{4B29EE59-3924-FA4D-8FC0-72741E0C14BE}"/>
              </a:ext>
            </a:extLst>
          </p:cNvPr>
          <p:cNvSpPr/>
          <p:nvPr/>
        </p:nvSpPr>
        <p:spPr>
          <a:xfrm>
            <a:off x="581527" y="4271377"/>
            <a:ext cx="4411578" cy="1388087"/>
          </a:xfrm>
          <a:custGeom>
            <a:avLst/>
            <a:gdLst>
              <a:gd name="connsiteX0" fmla="*/ 0 w 4411578"/>
              <a:gd name="connsiteY0" fmla="*/ 231352 h 1388087"/>
              <a:gd name="connsiteX1" fmla="*/ 231352 w 4411578"/>
              <a:gd name="connsiteY1" fmla="*/ 0 h 1388087"/>
              <a:gd name="connsiteX2" fmla="*/ 4180226 w 4411578"/>
              <a:gd name="connsiteY2" fmla="*/ 0 h 1388087"/>
              <a:gd name="connsiteX3" fmla="*/ 4411578 w 4411578"/>
              <a:gd name="connsiteY3" fmla="*/ 231352 h 1388087"/>
              <a:gd name="connsiteX4" fmla="*/ 4411578 w 4411578"/>
              <a:gd name="connsiteY4" fmla="*/ 1156735 h 1388087"/>
              <a:gd name="connsiteX5" fmla="*/ 4180226 w 4411578"/>
              <a:gd name="connsiteY5" fmla="*/ 1388087 h 1388087"/>
              <a:gd name="connsiteX6" fmla="*/ 231352 w 4411578"/>
              <a:gd name="connsiteY6" fmla="*/ 1388087 h 1388087"/>
              <a:gd name="connsiteX7" fmla="*/ 0 w 4411578"/>
              <a:gd name="connsiteY7" fmla="*/ 1156735 h 1388087"/>
              <a:gd name="connsiteX8" fmla="*/ 0 w 4411578"/>
              <a:gd name="connsiteY8" fmla="*/ 231352 h 1388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1578" h="1388087">
                <a:moveTo>
                  <a:pt x="0" y="231352"/>
                </a:moveTo>
                <a:cubicBezTo>
                  <a:pt x="0" y="103580"/>
                  <a:pt x="103580" y="0"/>
                  <a:pt x="231352" y="0"/>
                </a:cubicBezTo>
                <a:lnTo>
                  <a:pt x="4180226" y="0"/>
                </a:lnTo>
                <a:cubicBezTo>
                  <a:pt x="4307998" y="0"/>
                  <a:pt x="4411578" y="103580"/>
                  <a:pt x="4411578" y="231352"/>
                </a:cubicBezTo>
                <a:lnTo>
                  <a:pt x="4411578" y="1156735"/>
                </a:lnTo>
                <a:cubicBezTo>
                  <a:pt x="4411578" y="1284507"/>
                  <a:pt x="4307998" y="1388087"/>
                  <a:pt x="4180226" y="1388087"/>
                </a:cubicBezTo>
                <a:lnTo>
                  <a:pt x="231352" y="1388087"/>
                </a:lnTo>
                <a:cubicBezTo>
                  <a:pt x="103580" y="1388087"/>
                  <a:pt x="0" y="1284507"/>
                  <a:pt x="0" y="1156735"/>
                </a:cubicBezTo>
                <a:lnTo>
                  <a:pt x="0" y="231352"/>
                </a:lnTo>
                <a:close/>
              </a:path>
            </a:pathLst>
          </a:custGeom>
          <a:solidFill>
            <a:srgbClr val="00B0F0"/>
          </a:solidFill>
          <a:ln>
            <a:noFill/>
          </a:ln>
        </p:spPr>
        <p:style>
          <a:lnRef idx="2">
            <a:scrgbClr r="0" g="0" b="0"/>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3961" tIns="105861" rIns="143961" bIns="105861" numCol="1" spcCol="1270" anchor="ctr" anchorCtr="0">
            <a:no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r>
              <a:rPr kumimoji="0" lang="en-US" sz="2000" b="1" i="0" u="none" strike="noStrike" kern="1200" cap="none" spc="0" normalizeH="0" baseline="0" noProof="0">
                <a:ln>
                  <a:noFill/>
                </a:ln>
                <a:solidFill>
                  <a:prstClr val="white"/>
                </a:solidFill>
                <a:effectLst/>
                <a:uLnTx/>
                <a:uFillTx/>
                <a:latin typeface="Poppins"/>
                <a:ea typeface="+mn-ea"/>
                <a:cs typeface="+mn-cs"/>
              </a:rPr>
              <a:t>Consequences of Non-Compliance</a:t>
            </a:r>
            <a:endParaRPr kumimoji="0" lang="en-US" sz="2000" b="1" i="0" u="none" strike="noStrike" kern="1200" cap="none" spc="0" normalizeH="0" baseline="0" noProof="0">
              <a:ln>
                <a:noFill/>
              </a:ln>
              <a:solidFill>
                <a:prstClr val="white"/>
              </a:solidFill>
              <a:effectLst/>
              <a:uLnTx/>
              <a:uFillTx/>
              <a:latin typeface="Poppins SemiBold"/>
              <a:ea typeface="+mn-ea"/>
              <a:cs typeface="+mn-cs"/>
            </a:endParaRPr>
          </a:p>
        </p:txBody>
      </p:sp>
    </p:spTree>
    <p:extLst>
      <p:ext uri="{BB962C8B-B14F-4D97-AF65-F5344CB8AC3E}">
        <p14:creationId xmlns:p14="http://schemas.microsoft.com/office/powerpoint/2010/main" val="12616495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Premium Photo | Modern building office and blue sky background">
            <a:extLst>
              <a:ext uri="{FF2B5EF4-FFF2-40B4-BE49-F238E27FC236}">
                <a16:creationId xmlns:a16="http://schemas.microsoft.com/office/drawing/2014/main" id="{E00770AB-E73F-4228-C86F-DFAA62CD8F63}"/>
              </a:ext>
            </a:extLst>
          </p:cNvPr>
          <p:cNvPicPr>
            <a:picLocks noChangeAspect="1"/>
          </p:cNvPicPr>
          <p:nvPr/>
        </p:nvPicPr>
        <p:blipFill rotWithShape="1">
          <a:blip r:embed="rId2">
            <a:alphaModFix amt="20000"/>
            <a:extLst>
              <a:ext uri="{28A0092B-C50C-407E-A947-70E740481C1C}">
                <a14:useLocalDpi xmlns:a14="http://schemas.microsoft.com/office/drawing/2010/main" val="0"/>
              </a:ext>
            </a:extLst>
          </a:blip>
          <a:srcRect r="3159"/>
          <a:stretch/>
        </p:blipFill>
        <p:spPr bwMode="auto">
          <a:xfrm>
            <a:off x="0" y="0"/>
            <a:ext cx="12192000" cy="6858000"/>
          </a:xfrm>
          <a:prstGeom prst="rect">
            <a:avLst/>
          </a:prstGeom>
          <a:blipFill dpi="0" rotWithShape="1">
            <a:blip r:embed="rId3">
              <a:alphaModFix amt="0"/>
            </a:blip>
            <a:srcRect/>
            <a:tile tx="0" ty="0" sx="100000" sy="100000" flip="none" algn="tl"/>
          </a:blipFill>
        </p:spPr>
      </p:pic>
      <p:sp>
        <p:nvSpPr>
          <p:cNvPr id="10" name="Rectangle 9">
            <a:extLst>
              <a:ext uri="{FF2B5EF4-FFF2-40B4-BE49-F238E27FC236}">
                <a16:creationId xmlns:a16="http://schemas.microsoft.com/office/drawing/2014/main" id="{182D894B-9477-2F23-93D4-5D930C6342D6}"/>
              </a:ext>
            </a:extLst>
          </p:cNvPr>
          <p:cNvSpPr/>
          <p:nvPr/>
        </p:nvSpPr>
        <p:spPr>
          <a:xfrm>
            <a:off x="0" y="2480733"/>
            <a:ext cx="12192000" cy="1854200"/>
          </a:xfrm>
          <a:prstGeom prst="rect">
            <a:avLst/>
          </a:prstGeom>
          <a:solidFill>
            <a:srgbClr val="24255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Poppins"/>
              <a:ea typeface="+mn-ea"/>
              <a:cs typeface="+mn-cs"/>
            </a:endParaRPr>
          </a:p>
        </p:txBody>
      </p:sp>
      <p:sp>
        <p:nvSpPr>
          <p:cNvPr id="11" name="Half Frame 10">
            <a:extLst>
              <a:ext uri="{FF2B5EF4-FFF2-40B4-BE49-F238E27FC236}">
                <a16:creationId xmlns:a16="http://schemas.microsoft.com/office/drawing/2014/main" id="{32592774-9778-34B3-445A-BA09663865C7}"/>
              </a:ext>
            </a:extLst>
          </p:cNvPr>
          <p:cNvSpPr/>
          <p:nvPr/>
        </p:nvSpPr>
        <p:spPr>
          <a:xfrm rot="8100000">
            <a:off x="-2195859" y="1025285"/>
            <a:ext cx="4891247" cy="4807430"/>
          </a:xfrm>
          <a:prstGeom prst="halfFrame">
            <a:avLst>
              <a:gd name="adj1" fmla="val 19733"/>
              <a:gd name="adj2" fmla="val 21333"/>
            </a:avLst>
          </a:prstGeom>
          <a:solidFill>
            <a:srgbClr val="24255B"/>
          </a:solidFill>
          <a:ln w="38100" cap="flat" cmpd="sng" algn="ctr">
            <a:solidFill>
              <a:sysClr val="window" lastClr="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prstClr val="black"/>
              </a:solidFill>
              <a:effectLst/>
              <a:uLnTx/>
              <a:uFillTx/>
              <a:latin typeface="Poppins"/>
              <a:ea typeface="+mn-ea"/>
              <a:cs typeface="+mn-cs"/>
            </a:endParaRPr>
          </a:p>
        </p:txBody>
      </p:sp>
      <p:sp>
        <p:nvSpPr>
          <p:cNvPr id="12" name="TextBox 11">
            <a:extLst>
              <a:ext uri="{FF2B5EF4-FFF2-40B4-BE49-F238E27FC236}">
                <a16:creationId xmlns:a16="http://schemas.microsoft.com/office/drawing/2014/main" id="{56DA6B73-C765-C1A2-8D82-D4B288D208F7}"/>
              </a:ext>
            </a:extLst>
          </p:cNvPr>
          <p:cNvSpPr txBox="1"/>
          <p:nvPr/>
        </p:nvSpPr>
        <p:spPr>
          <a:xfrm>
            <a:off x="4476112" y="2915262"/>
            <a:ext cx="7172156" cy="107721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Poppins SemiBold" panose="00000700000000000000" pitchFamily="2" charset="0"/>
                <a:ea typeface="+mn-ea"/>
                <a:cs typeface="Poppins SemiBold" panose="00000700000000000000" pitchFamily="2" charset="0"/>
              </a:rPr>
              <a:t>Data Protection Mandates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Poppins SemiBold" panose="00000700000000000000" pitchFamily="2" charset="0"/>
                <a:ea typeface="+mn-ea"/>
                <a:cs typeface="Poppins SemiBold" panose="00000700000000000000" pitchFamily="2" charset="0"/>
              </a:rPr>
              <a:t>and Zero-tolerance security rules</a:t>
            </a:r>
          </a:p>
        </p:txBody>
      </p:sp>
      <p:sp>
        <p:nvSpPr>
          <p:cNvPr id="13" name="Rectangle 12">
            <a:extLst>
              <a:ext uri="{FF2B5EF4-FFF2-40B4-BE49-F238E27FC236}">
                <a16:creationId xmlns:a16="http://schemas.microsoft.com/office/drawing/2014/main" id="{49FF15BC-C3B2-878B-6060-3B7EA6D62EAB}"/>
              </a:ext>
            </a:extLst>
          </p:cNvPr>
          <p:cNvSpPr/>
          <p:nvPr/>
        </p:nvSpPr>
        <p:spPr>
          <a:xfrm>
            <a:off x="4258756" y="2811992"/>
            <a:ext cx="84667" cy="1283758"/>
          </a:xfrm>
          <a:prstGeom prst="rect">
            <a:avLst/>
          </a:prstGeom>
          <a:solidFill>
            <a:srgbClr val="EB4925"/>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Poppins"/>
              <a:ea typeface="+mn-ea"/>
              <a:cs typeface="+mn-cs"/>
            </a:endParaRPr>
          </a:p>
        </p:txBody>
      </p:sp>
      <p:pic>
        <p:nvPicPr>
          <p:cNvPr id="14" name="Picture 13" descr="A blue and orange logo&#10;&#10;Description automatically generated">
            <a:extLst>
              <a:ext uri="{FF2B5EF4-FFF2-40B4-BE49-F238E27FC236}">
                <a16:creationId xmlns:a16="http://schemas.microsoft.com/office/drawing/2014/main" id="{5687E06D-BD22-E8D6-DAC3-5D10448D2303}"/>
              </a:ext>
            </a:extLst>
          </p:cNvPr>
          <p:cNvPicPr/>
          <p:nvPr/>
        </p:nvPicPr>
        <p:blipFill>
          <a:blip r:embed="rId4">
            <a:extLst>
              <a:ext uri="{28A0092B-C50C-407E-A947-70E740481C1C}">
                <a14:useLocalDpi xmlns:a14="http://schemas.microsoft.com/office/drawing/2010/main" val="0"/>
              </a:ext>
            </a:extLst>
          </a:blip>
          <a:stretch>
            <a:fillRect/>
          </a:stretch>
        </p:blipFill>
        <p:spPr>
          <a:xfrm>
            <a:off x="9792831" y="420756"/>
            <a:ext cx="2093522" cy="716377"/>
          </a:xfrm>
          <a:prstGeom prst="rect">
            <a:avLst/>
          </a:prstGeom>
        </p:spPr>
      </p:pic>
      <p:sp>
        <p:nvSpPr>
          <p:cNvPr id="15" name="Rectangle 14">
            <a:extLst>
              <a:ext uri="{FF2B5EF4-FFF2-40B4-BE49-F238E27FC236}">
                <a16:creationId xmlns:a16="http://schemas.microsoft.com/office/drawing/2014/main" id="{CAB24F3A-7C83-406A-D6FA-701237EC66B5}"/>
              </a:ext>
            </a:extLst>
          </p:cNvPr>
          <p:cNvSpPr/>
          <p:nvPr/>
        </p:nvSpPr>
        <p:spPr>
          <a:xfrm>
            <a:off x="8801100" y="6606653"/>
            <a:ext cx="3242733" cy="107722"/>
          </a:xfrm>
          <a:prstGeom prst="rect">
            <a:avLst/>
          </a:prstGeom>
        </p:spPr>
        <p:txBody>
          <a:bodyPr wrap="square" lIns="0" tIns="0" rIns="0" bIns="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E7E6E6">
                    <a:lumMod val="75000"/>
                  </a:srgbClr>
                </a:solidFill>
                <a:effectLst/>
                <a:uLnTx/>
                <a:uFillTx/>
                <a:latin typeface="Gotham" panose="02000504020000020004" pitchFamily="2" charset="0"/>
                <a:ea typeface="+mn-ea"/>
                <a:cs typeface="+mn-cs"/>
              </a:rPr>
              <a:t>Copyright © 2025 Relanto Inc. All rights reserved.</a:t>
            </a:r>
          </a:p>
        </p:txBody>
      </p:sp>
    </p:spTree>
    <p:extLst>
      <p:ext uri="{BB962C8B-B14F-4D97-AF65-F5344CB8AC3E}">
        <p14:creationId xmlns:p14="http://schemas.microsoft.com/office/powerpoint/2010/main" val="473825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A9E00-AD16-29E0-27E8-A6DF3442E5C0}"/>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95C5D4F8-54A7-9E69-A5C2-80987AA4531A}"/>
              </a:ext>
            </a:extLst>
          </p:cNvPr>
          <p:cNvSpPr>
            <a:spLocks noGrp="1"/>
          </p:cNvSpPr>
          <p:nvPr>
            <p:ph type="body" sz="quarter" idx="10"/>
          </p:nvPr>
        </p:nvSpPr>
        <p:spPr/>
        <p:txBody>
          <a:bodyPr/>
          <a:lstStyle/>
          <a:p>
            <a:r>
              <a:rPr lang="en-US" dirty="0"/>
              <a:t>Security First</a:t>
            </a:r>
          </a:p>
        </p:txBody>
      </p:sp>
      <p:grpSp>
        <p:nvGrpSpPr>
          <p:cNvPr id="6" name="Group 5">
            <a:extLst>
              <a:ext uri="{FF2B5EF4-FFF2-40B4-BE49-F238E27FC236}">
                <a16:creationId xmlns:a16="http://schemas.microsoft.com/office/drawing/2014/main" id="{24CE6C79-84EF-7223-88B6-8A400DC537C9}"/>
              </a:ext>
            </a:extLst>
          </p:cNvPr>
          <p:cNvGrpSpPr/>
          <p:nvPr/>
        </p:nvGrpSpPr>
        <p:grpSpPr>
          <a:xfrm>
            <a:off x="585085" y="1480896"/>
            <a:ext cx="11021831" cy="3896209"/>
            <a:chOff x="538798" y="1478543"/>
            <a:chExt cx="11021831" cy="3896209"/>
          </a:xfrm>
        </p:grpSpPr>
        <p:sp>
          <p:nvSpPr>
            <p:cNvPr id="4" name="Rectangle: Rounded Corners 3">
              <a:extLst>
                <a:ext uri="{FF2B5EF4-FFF2-40B4-BE49-F238E27FC236}">
                  <a16:creationId xmlns:a16="http://schemas.microsoft.com/office/drawing/2014/main" id="{81582CB2-AF27-E25E-CE8B-3750BD16D2FF}"/>
                </a:ext>
              </a:extLst>
            </p:cNvPr>
            <p:cNvSpPr/>
            <p:nvPr/>
          </p:nvSpPr>
          <p:spPr>
            <a:xfrm>
              <a:off x="4564743" y="1478543"/>
              <a:ext cx="6995886" cy="3896209"/>
            </a:xfrm>
            <a:prstGeom prst="roundRect">
              <a:avLst>
                <a:gd name="adj" fmla="val 4374"/>
              </a:avLst>
            </a:prstGeom>
            <a:solidFill>
              <a:schemeClr val="bg1">
                <a:lumMod val="95000"/>
              </a:schemeClr>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39D923B8-4AB4-D62D-445B-5A68020251AE}"/>
                </a:ext>
              </a:extLst>
            </p:cNvPr>
            <p:cNvSpPr txBox="1"/>
            <p:nvPr/>
          </p:nvSpPr>
          <p:spPr>
            <a:xfrm>
              <a:off x="6310565" y="2493876"/>
              <a:ext cx="4919384" cy="1938992"/>
            </a:xfrm>
            <a:prstGeom prst="rect">
              <a:avLst/>
            </a:prstGeom>
            <a:noFill/>
          </p:spPr>
          <p:txBody>
            <a:bodyPr wrap="square">
              <a:spAutoFit/>
            </a:bodyPr>
            <a:lstStyle/>
            <a:p>
              <a:pPr lvl="0"/>
              <a:r>
                <a:rPr lang="en-US" sz="2000" dirty="0">
                  <a:solidFill>
                    <a:srgbClr val="002060"/>
                  </a:solidFill>
                  <a:latin typeface="+mj-lt"/>
                </a:rPr>
                <a:t>Do not upload, store or transfer source codes or proprietary information/ client data on personal devices, personal cloud accounts (e.g. Google Drive, Dropbox, iCloud), or any unauthorized platforms.</a:t>
              </a:r>
            </a:p>
          </p:txBody>
        </p:sp>
        <p:pic>
          <p:nvPicPr>
            <p:cNvPr id="2" name="Picture 1">
              <a:extLst>
                <a:ext uri="{FF2B5EF4-FFF2-40B4-BE49-F238E27FC236}">
                  <a16:creationId xmlns:a16="http://schemas.microsoft.com/office/drawing/2014/main" id="{64B02B89-6FC4-152F-57F2-2D7184FBEDB0}"/>
                </a:ext>
              </a:extLst>
            </p:cNvPr>
            <p:cNvPicPr>
              <a:picLocks noChangeAspect="1"/>
            </p:cNvPicPr>
            <p:nvPr/>
          </p:nvPicPr>
          <p:blipFill>
            <a:blip r:embed="rId3">
              <a:extLst>
                <a:ext uri="{28A0092B-C50C-407E-A947-70E740481C1C}">
                  <a14:useLocalDpi xmlns:a14="http://schemas.microsoft.com/office/drawing/2010/main" val="0"/>
                </a:ext>
              </a:extLst>
            </a:blip>
            <a:srcRect l="11867" r="11867"/>
            <a:stretch/>
          </p:blipFill>
          <p:spPr>
            <a:xfrm>
              <a:off x="538798" y="1483247"/>
              <a:ext cx="5441088" cy="3891505"/>
            </a:xfrm>
            <a:prstGeom prst="roundRect">
              <a:avLst>
                <a:gd name="adj" fmla="val 3483"/>
              </a:avLst>
            </a:prstGeom>
            <a:ln w="12700">
              <a:solidFill>
                <a:srgbClr val="00B0F0"/>
              </a:solidFill>
            </a:ln>
          </p:spPr>
        </p:pic>
      </p:grpSp>
    </p:spTree>
    <p:extLst>
      <p:ext uri="{BB962C8B-B14F-4D97-AF65-F5344CB8AC3E}">
        <p14:creationId xmlns:p14="http://schemas.microsoft.com/office/powerpoint/2010/main" val="18560492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C41DE-1D64-F7DB-E33B-3F57F3CB5673}"/>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398726A2-AD09-F2E9-8E79-5D5805EAA3E3}"/>
              </a:ext>
            </a:extLst>
          </p:cNvPr>
          <p:cNvSpPr>
            <a:spLocks noGrp="1"/>
          </p:cNvSpPr>
          <p:nvPr>
            <p:ph type="body" sz="quarter" idx="10"/>
          </p:nvPr>
        </p:nvSpPr>
        <p:spPr/>
        <p:txBody>
          <a:bodyPr/>
          <a:lstStyle/>
          <a:p>
            <a:r>
              <a:rPr lang="en-US" dirty="0"/>
              <a:t>Security First</a:t>
            </a:r>
          </a:p>
        </p:txBody>
      </p:sp>
      <p:grpSp>
        <p:nvGrpSpPr>
          <p:cNvPr id="6" name="Group 5">
            <a:extLst>
              <a:ext uri="{FF2B5EF4-FFF2-40B4-BE49-F238E27FC236}">
                <a16:creationId xmlns:a16="http://schemas.microsoft.com/office/drawing/2014/main" id="{C7266225-1185-99B1-ED1F-839AB7CAB793}"/>
              </a:ext>
            </a:extLst>
          </p:cNvPr>
          <p:cNvGrpSpPr/>
          <p:nvPr/>
        </p:nvGrpSpPr>
        <p:grpSpPr>
          <a:xfrm>
            <a:off x="585085" y="1480896"/>
            <a:ext cx="11021831" cy="3896209"/>
            <a:chOff x="538798" y="1478543"/>
            <a:chExt cx="11021831" cy="3896209"/>
          </a:xfrm>
        </p:grpSpPr>
        <p:sp>
          <p:nvSpPr>
            <p:cNvPr id="4" name="Rectangle: Rounded Corners 3">
              <a:extLst>
                <a:ext uri="{FF2B5EF4-FFF2-40B4-BE49-F238E27FC236}">
                  <a16:creationId xmlns:a16="http://schemas.microsoft.com/office/drawing/2014/main" id="{FBF61F81-CA11-84A6-7E81-52F4FEF7109F}"/>
                </a:ext>
              </a:extLst>
            </p:cNvPr>
            <p:cNvSpPr/>
            <p:nvPr/>
          </p:nvSpPr>
          <p:spPr>
            <a:xfrm>
              <a:off x="4564743" y="1478543"/>
              <a:ext cx="6995886" cy="3896209"/>
            </a:xfrm>
            <a:prstGeom prst="roundRect">
              <a:avLst>
                <a:gd name="adj" fmla="val 4374"/>
              </a:avLst>
            </a:prstGeom>
            <a:solidFill>
              <a:schemeClr val="bg1">
                <a:lumMod val="95000"/>
              </a:schemeClr>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0A022D2C-BA46-7172-CA96-8F971D8D9DC1}"/>
                </a:ext>
              </a:extLst>
            </p:cNvPr>
            <p:cNvSpPr txBox="1"/>
            <p:nvPr/>
          </p:nvSpPr>
          <p:spPr>
            <a:xfrm>
              <a:off x="6310565" y="2493876"/>
              <a:ext cx="4919384" cy="1938992"/>
            </a:xfrm>
            <a:prstGeom prst="rect">
              <a:avLst/>
            </a:prstGeom>
            <a:noFill/>
          </p:spPr>
          <p:txBody>
            <a:bodyPr wrap="square">
              <a:spAutoFit/>
            </a:bodyPr>
            <a:lstStyle/>
            <a:p>
              <a:pPr lvl="0"/>
              <a:r>
                <a:rPr lang="en-US" sz="2000" dirty="0">
                  <a:solidFill>
                    <a:srgbClr val="002060"/>
                  </a:solidFill>
                  <a:latin typeface="+mj-lt"/>
                </a:rPr>
                <a:t>Do not use Relanto laptops to access, store, or share client data. Additionally, use of client data for internal POC’s is prohibited. (e.g., personal email, online shopping, gaming)</a:t>
              </a:r>
            </a:p>
          </p:txBody>
        </p:sp>
        <p:pic>
          <p:nvPicPr>
            <p:cNvPr id="2" name="Picture 1">
              <a:extLst>
                <a:ext uri="{FF2B5EF4-FFF2-40B4-BE49-F238E27FC236}">
                  <a16:creationId xmlns:a16="http://schemas.microsoft.com/office/drawing/2014/main" id="{7F1BF8F9-9519-9C39-8FD4-E8B39F765D11}"/>
                </a:ext>
              </a:extLst>
            </p:cNvPr>
            <p:cNvPicPr>
              <a:picLocks noChangeAspect="1"/>
            </p:cNvPicPr>
            <p:nvPr/>
          </p:nvPicPr>
          <p:blipFill>
            <a:blip r:embed="rId3">
              <a:extLst>
                <a:ext uri="{28A0092B-C50C-407E-A947-70E740481C1C}">
                  <a14:useLocalDpi xmlns:a14="http://schemas.microsoft.com/office/drawing/2010/main" val="0"/>
                </a:ext>
              </a:extLst>
            </a:blip>
            <a:srcRect l="3324" r="3324"/>
            <a:stretch/>
          </p:blipFill>
          <p:spPr>
            <a:xfrm>
              <a:off x="538798" y="1483247"/>
              <a:ext cx="5441088" cy="3891505"/>
            </a:xfrm>
            <a:prstGeom prst="roundRect">
              <a:avLst>
                <a:gd name="adj" fmla="val 3483"/>
              </a:avLst>
            </a:prstGeom>
            <a:ln w="12700">
              <a:solidFill>
                <a:srgbClr val="00B0F0"/>
              </a:solidFill>
            </a:ln>
          </p:spPr>
        </p:pic>
      </p:grpSp>
    </p:spTree>
    <p:extLst>
      <p:ext uri="{BB962C8B-B14F-4D97-AF65-F5344CB8AC3E}">
        <p14:creationId xmlns:p14="http://schemas.microsoft.com/office/powerpoint/2010/main" val="5294762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7CACA-B5DD-E514-9965-4BA4FCCAD279}"/>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3BAE330F-C746-6CF3-BFEA-6DF9C78CF639}"/>
              </a:ext>
            </a:extLst>
          </p:cNvPr>
          <p:cNvSpPr>
            <a:spLocks noGrp="1"/>
          </p:cNvSpPr>
          <p:nvPr>
            <p:ph type="body" sz="quarter" idx="10"/>
          </p:nvPr>
        </p:nvSpPr>
        <p:spPr/>
        <p:txBody>
          <a:bodyPr/>
          <a:lstStyle/>
          <a:p>
            <a:r>
              <a:rPr lang="en-US" dirty="0"/>
              <a:t>Security First</a:t>
            </a:r>
          </a:p>
        </p:txBody>
      </p:sp>
      <p:grpSp>
        <p:nvGrpSpPr>
          <p:cNvPr id="6" name="Group 5">
            <a:extLst>
              <a:ext uri="{FF2B5EF4-FFF2-40B4-BE49-F238E27FC236}">
                <a16:creationId xmlns:a16="http://schemas.microsoft.com/office/drawing/2014/main" id="{11C8692D-86C2-0ED1-51C5-0EF630EE8105}"/>
              </a:ext>
            </a:extLst>
          </p:cNvPr>
          <p:cNvGrpSpPr/>
          <p:nvPr/>
        </p:nvGrpSpPr>
        <p:grpSpPr>
          <a:xfrm>
            <a:off x="585085" y="1480896"/>
            <a:ext cx="11021831" cy="3896209"/>
            <a:chOff x="538798" y="1478543"/>
            <a:chExt cx="11021831" cy="3896209"/>
          </a:xfrm>
        </p:grpSpPr>
        <p:sp>
          <p:nvSpPr>
            <p:cNvPr id="4" name="Rectangle: Rounded Corners 3">
              <a:extLst>
                <a:ext uri="{FF2B5EF4-FFF2-40B4-BE49-F238E27FC236}">
                  <a16:creationId xmlns:a16="http://schemas.microsoft.com/office/drawing/2014/main" id="{80497462-8516-8847-6B10-E0FD9BA34A67}"/>
                </a:ext>
              </a:extLst>
            </p:cNvPr>
            <p:cNvSpPr/>
            <p:nvPr/>
          </p:nvSpPr>
          <p:spPr>
            <a:xfrm>
              <a:off x="4564743" y="1478543"/>
              <a:ext cx="6995886" cy="3896209"/>
            </a:xfrm>
            <a:prstGeom prst="roundRect">
              <a:avLst>
                <a:gd name="adj" fmla="val 4374"/>
              </a:avLst>
            </a:prstGeom>
            <a:solidFill>
              <a:schemeClr val="bg1">
                <a:lumMod val="95000"/>
              </a:schemeClr>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4E47B028-5AA0-B534-F076-08B6113CF4B8}"/>
                </a:ext>
              </a:extLst>
            </p:cNvPr>
            <p:cNvSpPr txBox="1"/>
            <p:nvPr/>
          </p:nvSpPr>
          <p:spPr>
            <a:xfrm>
              <a:off x="6310565" y="2493876"/>
              <a:ext cx="4919384" cy="1938992"/>
            </a:xfrm>
            <a:prstGeom prst="rect">
              <a:avLst/>
            </a:prstGeom>
            <a:noFill/>
          </p:spPr>
          <p:txBody>
            <a:bodyPr wrap="square">
              <a:spAutoFit/>
            </a:bodyPr>
            <a:lstStyle/>
            <a:p>
              <a:pPr lvl="0"/>
              <a:r>
                <a:rPr lang="en-US" sz="2000" dirty="0">
                  <a:solidFill>
                    <a:srgbClr val="002060"/>
                  </a:solidFill>
                  <a:latin typeface="+mj-lt"/>
                </a:rPr>
                <a:t>Do not upload any files or screenshots from client laptops into Relanto Cloud (e.g. SharePoint, OneDrive), Relanto Microsoft Teams or any other Relanto-managed collaboration tools.</a:t>
              </a:r>
            </a:p>
          </p:txBody>
        </p:sp>
        <p:pic>
          <p:nvPicPr>
            <p:cNvPr id="2" name="Picture 1">
              <a:extLst>
                <a:ext uri="{FF2B5EF4-FFF2-40B4-BE49-F238E27FC236}">
                  <a16:creationId xmlns:a16="http://schemas.microsoft.com/office/drawing/2014/main" id="{30D9D2AD-B68F-F47D-03D5-AD2FFCEE8DD0}"/>
                </a:ext>
              </a:extLst>
            </p:cNvPr>
            <p:cNvPicPr>
              <a:picLocks noChangeAspect="1"/>
            </p:cNvPicPr>
            <p:nvPr/>
          </p:nvPicPr>
          <p:blipFill>
            <a:blip r:embed="rId3">
              <a:extLst>
                <a:ext uri="{28A0092B-C50C-407E-A947-70E740481C1C}">
                  <a14:useLocalDpi xmlns:a14="http://schemas.microsoft.com/office/drawing/2010/main" val="0"/>
                </a:ext>
              </a:extLst>
            </a:blip>
            <a:srcRect t="96" b="96"/>
            <a:stretch/>
          </p:blipFill>
          <p:spPr>
            <a:xfrm>
              <a:off x="538798" y="1483247"/>
              <a:ext cx="5441088" cy="3891505"/>
            </a:xfrm>
            <a:prstGeom prst="roundRect">
              <a:avLst>
                <a:gd name="adj" fmla="val 3483"/>
              </a:avLst>
            </a:prstGeom>
            <a:ln w="12700">
              <a:solidFill>
                <a:srgbClr val="00B0F0"/>
              </a:solidFill>
            </a:ln>
          </p:spPr>
        </p:pic>
      </p:grpSp>
    </p:spTree>
    <p:extLst>
      <p:ext uri="{BB962C8B-B14F-4D97-AF65-F5344CB8AC3E}">
        <p14:creationId xmlns:p14="http://schemas.microsoft.com/office/powerpoint/2010/main" val="28525648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8655A-3FE6-F93C-FA04-C6F7BBD18CE7}"/>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B7A494E9-78A0-A47A-15AC-BD557C5E076E}"/>
              </a:ext>
            </a:extLst>
          </p:cNvPr>
          <p:cNvSpPr>
            <a:spLocks noGrp="1"/>
          </p:cNvSpPr>
          <p:nvPr>
            <p:ph type="body" sz="quarter" idx="10"/>
          </p:nvPr>
        </p:nvSpPr>
        <p:spPr/>
        <p:txBody>
          <a:bodyPr/>
          <a:lstStyle/>
          <a:p>
            <a:r>
              <a:rPr lang="en-US" dirty="0"/>
              <a:t>Security First</a:t>
            </a:r>
          </a:p>
        </p:txBody>
      </p:sp>
      <p:grpSp>
        <p:nvGrpSpPr>
          <p:cNvPr id="6" name="Group 5">
            <a:extLst>
              <a:ext uri="{FF2B5EF4-FFF2-40B4-BE49-F238E27FC236}">
                <a16:creationId xmlns:a16="http://schemas.microsoft.com/office/drawing/2014/main" id="{8DC81B1B-983C-7D21-6BE9-C0F9C90DE630}"/>
              </a:ext>
            </a:extLst>
          </p:cNvPr>
          <p:cNvGrpSpPr/>
          <p:nvPr/>
        </p:nvGrpSpPr>
        <p:grpSpPr>
          <a:xfrm>
            <a:off x="585085" y="1480896"/>
            <a:ext cx="11021831" cy="3896209"/>
            <a:chOff x="538798" y="1478543"/>
            <a:chExt cx="11021831" cy="3896209"/>
          </a:xfrm>
        </p:grpSpPr>
        <p:sp>
          <p:nvSpPr>
            <p:cNvPr id="4" name="Rectangle: Rounded Corners 3">
              <a:extLst>
                <a:ext uri="{FF2B5EF4-FFF2-40B4-BE49-F238E27FC236}">
                  <a16:creationId xmlns:a16="http://schemas.microsoft.com/office/drawing/2014/main" id="{A14B8A87-5A27-A09D-8B15-28A079CE5991}"/>
                </a:ext>
              </a:extLst>
            </p:cNvPr>
            <p:cNvSpPr/>
            <p:nvPr/>
          </p:nvSpPr>
          <p:spPr>
            <a:xfrm>
              <a:off x="4564743" y="1478543"/>
              <a:ext cx="6995886" cy="3896209"/>
            </a:xfrm>
            <a:prstGeom prst="roundRect">
              <a:avLst>
                <a:gd name="adj" fmla="val 4374"/>
              </a:avLst>
            </a:prstGeom>
            <a:solidFill>
              <a:schemeClr val="bg1">
                <a:lumMod val="95000"/>
              </a:schemeClr>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FA47D51F-61F9-DEB7-A1BC-C15A391481F9}"/>
                </a:ext>
              </a:extLst>
            </p:cNvPr>
            <p:cNvSpPr txBox="1"/>
            <p:nvPr/>
          </p:nvSpPr>
          <p:spPr>
            <a:xfrm>
              <a:off x="6310565" y="2493876"/>
              <a:ext cx="4919384" cy="1631216"/>
            </a:xfrm>
            <a:prstGeom prst="rect">
              <a:avLst/>
            </a:prstGeom>
            <a:noFill/>
          </p:spPr>
          <p:txBody>
            <a:bodyPr wrap="square">
              <a:spAutoFit/>
            </a:bodyPr>
            <a:lstStyle/>
            <a:p>
              <a:pPr lvl="0"/>
              <a:r>
                <a:rPr lang="en-US" sz="2000" dirty="0">
                  <a:solidFill>
                    <a:srgbClr val="002060"/>
                  </a:solidFill>
                  <a:latin typeface="+mj-lt"/>
                </a:rPr>
                <a:t>Do not send client data from client laptops using Relanto email IDs, Personal email accounts (e.g. Gmail, Yahoo), Messaging apps (e.g., WhatsApp, Slack, Signal)</a:t>
              </a:r>
            </a:p>
          </p:txBody>
        </p:sp>
        <p:pic>
          <p:nvPicPr>
            <p:cNvPr id="2" name="Picture 1">
              <a:extLst>
                <a:ext uri="{FF2B5EF4-FFF2-40B4-BE49-F238E27FC236}">
                  <a16:creationId xmlns:a16="http://schemas.microsoft.com/office/drawing/2014/main" id="{0A5FCE43-205D-F6AC-55D8-FEB0AA579B27}"/>
                </a:ext>
              </a:extLst>
            </p:cNvPr>
            <p:cNvPicPr>
              <a:picLocks noChangeAspect="1"/>
            </p:cNvPicPr>
            <p:nvPr/>
          </p:nvPicPr>
          <p:blipFill>
            <a:blip r:embed="rId3">
              <a:extLst>
                <a:ext uri="{28A0092B-C50C-407E-A947-70E740481C1C}">
                  <a14:useLocalDpi xmlns:a14="http://schemas.microsoft.com/office/drawing/2010/main" val="0"/>
                </a:ext>
              </a:extLst>
            </a:blip>
            <a:srcRect l="3393" r="3393"/>
            <a:stretch/>
          </p:blipFill>
          <p:spPr>
            <a:xfrm>
              <a:off x="538798" y="1483247"/>
              <a:ext cx="5441088" cy="3891505"/>
            </a:xfrm>
            <a:prstGeom prst="roundRect">
              <a:avLst>
                <a:gd name="adj" fmla="val 3483"/>
              </a:avLst>
            </a:prstGeom>
            <a:ln w="12700">
              <a:solidFill>
                <a:srgbClr val="00B0F0"/>
              </a:solidFill>
            </a:ln>
          </p:spPr>
        </p:pic>
      </p:grpSp>
    </p:spTree>
    <p:extLst>
      <p:ext uri="{BB962C8B-B14F-4D97-AF65-F5344CB8AC3E}">
        <p14:creationId xmlns:p14="http://schemas.microsoft.com/office/powerpoint/2010/main" val="32458304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BE747-4379-10B4-A9E4-14610D2D0E5F}"/>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9FCFB6DD-2597-C6AD-997D-EA077370063B}"/>
              </a:ext>
            </a:extLst>
          </p:cNvPr>
          <p:cNvSpPr>
            <a:spLocks noGrp="1"/>
          </p:cNvSpPr>
          <p:nvPr>
            <p:ph type="body" sz="quarter" idx="10"/>
          </p:nvPr>
        </p:nvSpPr>
        <p:spPr/>
        <p:txBody>
          <a:bodyPr/>
          <a:lstStyle/>
          <a:p>
            <a:r>
              <a:rPr lang="en-US" dirty="0"/>
              <a:t>Security First</a:t>
            </a:r>
          </a:p>
        </p:txBody>
      </p:sp>
      <p:grpSp>
        <p:nvGrpSpPr>
          <p:cNvPr id="6" name="Group 5">
            <a:extLst>
              <a:ext uri="{FF2B5EF4-FFF2-40B4-BE49-F238E27FC236}">
                <a16:creationId xmlns:a16="http://schemas.microsoft.com/office/drawing/2014/main" id="{84015866-C616-A48C-90D3-2F4D41A2E0B1}"/>
              </a:ext>
            </a:extLst>
          </p:cNvPr>
          <p:cNvGrpSpPr/>
          <p:nvPr/>
        </p:nvGrpSpPr>
        <p:grpSpPr>
          <a:xfrm>
            <a:off x="585085" y="1480896"/>
            <a:ext cx="11021831" cy="3896209"/>
            <a:chOff x="538798" y="1478543"/>
            <a:chExt cx="11021831" cy="3896209"/>
          </a:xfrm>
        </p:grpSpPr>
        <p:sp>
          <p:nvSpPr>
            <p:cNvPr id="4" name="Rectangle: Rounded Corners 3">
              <a:extLst>
                <a:ext uri="{FF2B5EF4-FFF2-40B4-BE49-F238E27FC236}">
                  <a16:creationId xmlns:a16="http://schemas.microsoft.com/office/drawing/2014/main" id="{DDFF787D-7A70-458A-37BF-133953223915}"/>
                </a:ext>
              </a:extLst>
            </p:cNvPr>
            <p:cNvSpPr/>
            <p:nvPr/>
          </p:nvSpPr>
          <p:spPr>
            <a:xfrm>
              <a:off x="4564743" y="1478543"/>
              <a:ext cx="6995886" cy="3896209"/>
            </a:xfrm>
            <a:prstGeom prst="roundRect">
              <a:avLst>
                <a:gd name="adj" fmla="val 4374"/>
              </a:avLst>
            </a:prstGeom>
            <a:solidFill>
              <a:schemeClr val="bg1">
                <a:lumMod val="95000"/>
              </a:schemeClr>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16C7DEFD-5674-43DE-2008-F72C0F37C6CA}"/>
                </a:ext>
              </a:extLst>
            </p:cNvPr>
            <p:cNvSpPr txBox="1"/>
            <p:nvPr/>
          </p:nvSpPr>
          <p:spPr>
            <a:xfrm>
              <a:off x="6310565" y="2493876"/>
              <a:ext cx="4919384" cy="1938992"/>
            </a:xfrm>
            <a:prstGeom prst="rect">
              <a:avLst/>
            </a:prstGeom>
            <a:noFill/>
          </p:spPr>
          <p:txBody>
            <a:bodyPr wrap="square">
              <a:spAutoFit/>
            </a:bodyPr>
            <a:lstStyle/>
            <a:p>
              <a:pPr lvl="0"/>
              <a:r>
                <a:rPr lang="en-US" sz="2000" dirty="0">
                  <a:solidFill>
                    <a:srgbClr val="002060"/>
                  </a:solidFill>
                  <a:latin typeface="+mj-lt"/>
                </a:rPr>
                <a:t>Do not configure Microsoft Teams or other Relanto apps on client laptops using Relanto credentials or use a non-client network for sensitive work. (e.g., public Wi-Fi without approved VPN)</a:t>
              </a:r>
            </a:p>
          </p:txBody>
        </p:sp>
        <p:pic>
          <p:nvPicPr>
            <p:cNvPr id="2" name="Picture 1">
              <a:extLst>
                <a:ext uri="{FF2B5EF4-FFF2-40B4-BE49-F238E27FC236}">
                  <a16:creationId xmlns:a16="http://schemas.microsoft.com/office/drawing/2014/main" id="{F7C4B86F-0EA8-396A-9BCD-4209F2C65E22}"/>
                </a:ext>
              </a:extLst>
            </p:cNvPr>
            <p:cNvPicPr>
              <a:picLocks noChangeAspect="1"/>
            </p:cNvPicPr>
            <p:nvPr/>
          </p:nvPicPr>
          <p:blipFill>
            <a:blip r:embed="rId3">
              <a:extLst>
                <a:ext uri="{28A0092B-C50C-407E-A947-70E740481C1C}">
                  <a14:useLocalDpi xmlns:a14="http://schemas.microsoft.com/office/drawing/2010/main" val="0"/>
                </a:ext>
              </a:extLst>
            </a:blip>
            <a:srcRect l="3393" r="3393"/>
            <a:stretch/>
          </p:blipFill>
          <p:spPr>
            <a:xfrm>
              <a:off x="538798" y="1483247"/>
              <a:ext cx="5441088" cy="3891505"/>
            </a:xfrm>
            <a:prstGeom prst="roundRect">
              <a:avLst>
                <a:gd name="adj" fmla="val 3483"/>
              </a:avLst>
            </a:prstGeom>
            <a:ln w="12700">
              <a:solidFill>
                <a:srgbClr val="00B0F0"/>
              </a:solidFill>
            </a:ln>
          </p:spPr>
        </p:pic>
      </p:grpSp>
    </p:spTree>
    <p:extLst>
      <p:ext uri="{BB962C8B-B14F-4D97-AF65-F5344CB8AC3E}">
        <p14:creationId xmlns:p14="http://schemas.microsoft.com/office/powerpoint/2010/main" val="39129285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569A1-3BC1-44EB-93CF-D788F2D0EDBB}"/>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37FEDE71-C5F3-EE2F-4B1D-F4EE82A4D05E}"/>
              </a:ext>
            </a:extLst>
          </p:cNvPr>
          <p:cNvSpPr>
            <a:spLocks noGrp="1"/>
          </p:cNvSpPr>
          <p:nvPr>
            <p:ph type="body" sz="quarter" idx="10"/>
          </p:nvPr>
        </p:nvSpPr>
        <p:spPr/>
        <p:txBody>
          <a:bodyPr/>
          <a:lstStyle/>
          <a:p>
            <a:r>
              <a:rPr lang="en-US" dirty="0"/>
              <a:t>Security First</a:t>
            </a:r>
          </a:p>
        </p:txBody>
      </p:sp>
      <p:grpSp>
        <p:nvGrpSpPr>
          <p:cNvPr id="6" name="Group 5">
            <a:extLst>
              <a:ext uri="{FF2B5EF4-FFF2-40B4-BE49-F238E27FC236}">
                <a16:creationId xmlns:a16="http://schemas.microsoft.com/office/drawing/2014/main" id="{3F44183F-DFB5-7525-7691-BFEE94710213}"/>
              </a:ext>
            </a:extLst>
          </p:cNvPr>
          <p:cNvGrpSpPr/>
          <p:nvPr/>
        </p:nvGrpSpPr>
        <p:grpSpPr>
          <a:xfrm>
            <a:off x="585085" y="1480896"/>
            <a:ext cx="11021831" cy="3896209"/>
            <a:chOff x="538798" y="1478543"/>
            <a:chExt cx="11021831" cy="3896209"/>
          </a:xfrm>
        </p:grpSpPr>
        <p:sp>
          <p:nvSpPr>
            <p:cNvPr id="4" name="Rectangle: Rounded Corners 3">
              <a:extLst>
                <a:ext uri="{FF2B5EF4-FFF2-40B4-BE49-F238E27FC236}">
                  <a16:creationId xmlns:a16="http://schemas.microsoft.com/office/drawing/2014/main" id="{CED6BA5E-7FE2-83D1-EB47-52E787C64375}"/>
                </a:ext>
              </a:extLst>
            </p:cNvPr>
            <p:cNvSpPr/>
            <p:nvPr/>
          </p:nvSpPr>
          <p:spPr>
            <a:xfrm>
              <a:off x="4564743" y="1478543"/>
              <a:ext cx="6995886" cy="3896209"/>
            </a:xfrm>
            <a:prstGeom prst="roundRect">
              <a:avLst>
                <a:gd name="adj" fmla="val 4374"/>
              </a:avLst>
            </a:prstGeom>
            <a:solidFill>
              <a:schemeClr val="bg1">
                <a:lumMod val="95000"/>
              </a:schemeClr>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0537CEA2-E0DE-FD28-1811-3376939BDD85}"/>
                </a:ext>
              </a:extLst>
            </p:cNvPr>
            <p:cNvSpPr txBox="1"/>
            <p:nvPr/>
          </p:nvSpPr>
          <p:spPr>
            <a:xfrm>
              <a:off x="6310565" y="2493876"/>
              <a:ext cx="4919384" cy="1631216"/>
            </a:xfrm>
            <a:prstGeom prst="rect">
              <a:avLst/>
            </a:prstGeom>
            <a:noFill/>
          </p:spPr>
          <p:txBody>
            <a:bodyPr wrap="square">
              <a:spAutoFit/>
            </a:bodyPr>
            <a:lstStyle/>
            <a:p>
              <a:pPr lvl="0"/>
              <a:r>
                <a:rPr lang="en-US" sz="2000" dirty="0">
                  <a:solidFill>
                    <a:srgbClr val="002060"/>
                  </a:solidFill>
                  <a:latin typeface="+mj-lt"/>
                </a:rPr>
                <a:t>Do not install  unauthorized third-party software on client laptops.( e.g., personal tools, non-approved utilities)</a:t>
              </a:r>
            </a:p>
            <a:p>
              <a:pPr lvl="0"/>
              <a:endParaRPr lang="en-US" sz="2000" dirty="0">
                <a:solidFill>
                  <a:srgbClr val="002060"/>
                </a:solidFill>
                <a:latin typeface="+mj-lt"/>
              </a:endParaRPr>
            </a:p>
          </p:txBody>
        </p:sp>
        <p:pic>
          <p:nvPicPr>
            <p:cNvPr id="2" name="Picture 1">
              <a:extLst>
                <a:ext uri="{FF2B5EF4-FFF2-40B4-BE49-F238E27FC236}">
                  <a16:creationId xmlns:a16="http://schemas.microsoft.com/office/drawing/2014/main" id="{4EB63F65-647E-DB8D-077F-493C66602964}"/>
                </a:ext>
              </a:extLst>
            </p:cNvPr>
            <p:cNvPicPr>
              <a:picLocks noChangeAspect="1"/>
            </p:cNvPicPr>
            <p:nvPr/>
          </p:nvPicPr>
          <p:blipFill>
            <a:blip r:embed="rId3">
              <a:extLst>
                <a:ext uri="{28A0092B-C50C-407E-A947-70E740481C1C}">
                  <a14:useLocalDpi xmlns:a14="http://schemas.microsoft.com/office/drawing/2010/main" val="0"/>
                </a:ext>
              </a:extLst>
            </a:blip>
            <a:srcRect t="96" b="96"/>
            <a:stretch/>
          </p:blipFill>
          <p:spPr>
            <a:xfrm>
              <a:off x="538798" y="1483247"/>
              <a:ext cx="5441088" cy="3891505"/>
            </a:xfrm>
            <a:prstGeom prst="roundRect">
              <a:avLst>
                <a:gd name="adj" fmla="val 3483"/>
              </a:avLst>
            </a:prstGeom>
            <a:ln w="12700">
              <a:solidFill>
                <a:srgbClr val="00B0F0"/>
              </a:solidFill>
            </a:ln>
          </p:spPr>
        </p:pic>
      </p:grpSp>
    </p:spTree>
    <p:extLst>
      <p:ext uri="{BB962C8B-B14F-4D97-AF65-F5344CB8AC3E}">
        <p14:creationId xmlns:p14="http://schemas.microsoft.com/office/powerpoint/2010/main" val="6990081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9A1DC-AB4C-C5A4-5DC5-21D5A00477F5}"/>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E99F0534-BC38-6645-5766-E375D1753FAF}"/>
              </a:ext>
            </a:extLst>
          </p:cNvPr>
          <p:cNvSpPr>
            <a:spLocks noGrp="1"/>
          </p:cNvSpPr>
          <p:nvPr>
            <p:ph type="body" sz="quarter" idx="10"/>
          </p:nvPr>
        </p:nvSpPr>
        <p:spPr/>
        <p:txBody>
          <a:bodyPr/>
          <a:lstStyle/>
          <a:p>
            <a:r>
              <a:rPr lang="en-US" dirty="0"/>
              <a:t>Security First</a:t>
            </a:r>
          </a:p>
        </p:txBody>
      </p:sp>
      <p:grpSp>
        <p:nvGrpSpPr>
          <p:cNvPr id="6" name="Group 5">
            <a:extLst>
              <a:ext uri="{FF2B5EF4-FFF2-40B4-BE49-F238E27FC236}">
                <a16:creationId xmlns:a16="http://schemas.microsoft.com/office/drawing/2014/main" id="{792BE97E-FD22-915B-A6C1-555BCCCF7361}"/>
              </a:ext>
            </a:extLst>
          </p:cNvPr>
          <p:cNvGrpSpPr/>
          <p:nvPr/>
        </p:nvGrpSpPr>
        <p:grpSpPr>
          <a:xfrm>
            <a:off x="585085" y="1480896"/>
            <a:ext cx="11021831" cy="3896209"/>
            <a:chOff x="538798" y="1478543"/>
            <a:chExt cx="11021831" cy="3896209"/>
          </a:xfrm>
        </p:grpSpPr>
        <p:sp>
          <p:nvSpPr>
            <p:cNvPr id="4" name="Rectangle: Rounded Corners 3">
              <a:extLst>
                <a:ext uri="{FF2B5EF4-FFF2-40B4-BE49-F238E27FC236}">
                  <a16:creationId xmlns:a16="http://schemas.microsoft.com/office/drawing/2014/main" id="{42DF1D24-4698-AF01-63B9-7CED4941C757}"/>
                </a:ext>
              </a:extLst>
            </p:cNvPr>
            <p:cNvSpPr/>
            <p:nvPr/>
          </p:nvSpPr>
          <p:spPr>
            <a:xfrm>
              <a:off x="4564743" y="1478543"/>
              <a:ext cx="6995886" cy="3896209"/>
            </a:xfrm>
            <a:prstGeom prst="roundRect">
              <a:avLst>
                <a:gd name="adj" fmla="val 4374"/>
              </a:avLst>
            </a:prstGeom>
            <a:solidFill>
              <a:schemeClr val="bg1">
                <a:lumMod val="95000"/>
              </a:schemeClr>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19613939-8389-94B3-A8A8-CBC5A5AFA35D}"/>
                </a:ext>
              </a:extLst>
            </p:cNvPr>
            <p:cNvSpPr txBox="1"/>
            <p:nvPr/>
          </p:nvSpPr>
          <p:spPr>
            <a:xfrm>
              <a:off x="6310565" y="2493876"/>
              <a:ext cx="4919384" cy="2246769"/>
            </a:xfrm>
            <a:prstGeom prst="rect">
              <a:avLst/>
            </a:prstGeom>
            <a:noFill/>
          </p:spPr>
          <p:txBody>
            <a:bodyPr wrap="square">
              <a:spAutoFit/>
            </a:bodyPr>
            <a:lstStyle/>
            <a:p>
              <a:pPr lvl="0"/>
              <a:r>
                <a:rPr lang="en-US" sz="2000" dirty="0">
                  <a:solidFill>
                    <a:srgbClr val="002060"/>
                  </a:solidFill>
                  <a:latin typeface="+mj-lt"/>
                </a:rPr>
                <a:t>Do not connect unauthorized external hardware for file transfers (</a:t>
              </a:r>
              <a:r>
                <a:rPr lang="en-US" sz="2000" dirty="0" err="1">
                  <a:solidFill>
                    <a:srgbClr val="002060"/>
                  </a:solidFill>
                  <a:latin typeface="+mj-lt"/>
                </a:rPr>
                <a:t>eg</a:t>
              </a:r>
              <a:r>
                <a:rPr lang="en-US" sz="2000" dirty="0">
                  <a:solidFill>
                    <a:srgbClr val="002060"/>
                  </a:solidFill>
                  <a:latin typeface="+mj-lt"/>
                </a:rPr>
                <a:t>, USB drives, personal phones, non-approved peripherals) to client laptops without procuring client authorization in writing.</a:t>
              </a:r>
            </a:p>
            <a:p>
              <a:pPr lvl="0"/>
              <a:r>
                <a:rPr lang="en-US" sz="2000" dirty="0">
                  <a:solidFill>
                    <a:srgbClr val="002060"/>
                  </a:solidFill>
                  <a:latin typeface="+mj-lt"/>
                </a:rPr>
                <a:t> </a:t>
              </a:r>
            </a:p>
          </p:txBody>
        </p:sp>
        <p:pic>
          <p:nvPicPr>
            <p:cNvPr id="2" name="Picture 1">
              <a:extLst>
                <a:ext uri="{FF2B5EF4-FFF2-40B4-BE49-F238E27FC236}">
                  <a16:creationId xmlns:a16="http://schemas.microsoft.com/office/drawing/2014/main" id="{2D619644-7053-C582-8D90-F575B9475D40}"/>
                </a:ext>
              </a:extLst>
            </p:cNvPr>
            <p:cNvPicPr>
              <a:picLocks noChangeAspect="1"/>
            </p:cNvPicPr>
            <p:nvPr/>
          </p:nvPicPr>
          <p:blipFill>
            <a:blip r:embed="rId3">
              <a:extLst>
                <a:ext uri="{28A0092B-C50C-407E-A947-70E740481C1C}">
                  <a14:useLocalDpi xmlns:a14="http://schemas.microsoft.com/office/drawing/2010/main" val="0"/>
                </a:ext>
              </a:extLst>
            </a:blip>
            <a:srcRect t="96" b="96"/>
            <a:stretch/>
          </p:blipFill>
          <p:spPr>
            <a:xfrm>
              <a:off x="538798" y="1483247"/>
              <a:ext cx="5441088" cy="3891505"/>
            </a:xfrm>
            <a:prstGeom prst="roundRect">
              <a:avLst>
                <a:gd name="adj" fmla="val 3483"/>
              </a:avLst>
            </a:prstGeom>
            <a:ln w="12700">
              <a:solidFill>
                <a:srgbClr val="00B0F0"/>
              </a:solidFill>
            </a:ln>
          </p:spPr>
        </p:pic>
      </p:grpSp>
    </p:spTree>
    <p:extLst>
      <p:ext uri="{BB962C8B-B14F-4D97-AF65-F5344CB8AC3E}">
        <p14:creationId xmlns:p14="http://schemas.microsoft.com/office/powerpoint/2010/main" val="21873116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029CD-E739-5E32-0F9F-80C518AE8B09}"/>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66E31493-C710-FE0A-8045-E30832254CD1}"/>
              </a:ext>
            </a:extLst>
          </p:cNvPr>
          <p:cNvSpPr>
            <a:spLocks noGrp="1"/>
          </p:cNvSpPr>
          <p:nvPr>
            <p:ph type="body" sz="quarter" idx="10"/>
          </p:nvPr>
        </p:nvSpPr>
        <p:spPr/>
        <p:txBody>
          <a:bodyPr/>
          <a:lstStyle/>
          <a:p>
            <a:r>
              <a:rPr lang="en-US" dirty="0"/>
              <a:t>Security First</a:t>
            </a:r>
          </a:p>
        </p:txBody>
      </p:sp>
      <p:grpSp>
        <p:nvGrpSpPr>
          <p:cNvPr id="6" name="Group 5">
            <a:extLst>
              <a:ext uri="{FF2B5EF4-FFF2-40B4-BE49-F238E27FC236}">
                <a16:creationId xmlns:a16="http://schemas.microsoft.com/office/drawing/2014/main" id="{4D848D86-B7B9-4010-6884-C88942E004A7}"/>
              </a:ext>
            </a:extLst>
          </p:cNvPr>
          <p:cNvGrpSpPr/>
          <p:nvPr/>
        </p:nvGrpSpPr>
        <p:grpSpPr>
          <a:xfrm>
            <a:off x="585085" y="1480896"/>
            <a:ext cx="11021831" cy="3896209"/>
            <a:chOff x="538798" y="1478543"/>
            <a:chExt cx="11021831" cy="3896209"/>
          </a:xfrm>
        </p:grpSpPr>
        <p:sp>
          <p:nvSpPr>
            <p:cNvPr id="4" name="Rectangle: Rounded Corners 3">
              <a:extLst>
                <a:ext uri="{FF2B5EF4-FFF2-40B4-BE49-F238E27FC236}">
                  <a16:creationId xmlns:a16="http://schemas.microsoft.com/office/drawing/2014/main" id="{D1295387-3735-3228-01B2-A0983D6B0CDC}"/>
                </a:ext>
              </a:extLst>
            </p:cNvPr>
            <p:cNvSpPr/>
            <p:nvPr/>
          </p:nvSpPr>
          <p:spPr>
            <a:xfrm>
              <a:off x="4564743" y="1478543"/>
              <a:ext cx="6995886" cy="3896209"/>
            </a:xfrm>
            <a:prstGeom prst="roundRect">
              <a:avLst>
                <a:gd name="adj" fmla="val 4374"/>
              </a:avLst>
            </a:prstGeom>
            <a:solidFill>
              <a:schemeClr val="bg1">
                <a:lumMod val="95000"/>
              </a:schemeClr>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83F6A123-4B70-7E15-C4F2-B6FDCDD7198F}"/>
                </a:ext>
              </a:extLst>
            </p:cNvPr>
            <p:cNvSpPr txBox="1"/>
            <p:nvPr/>
          </p:nvSpPr>
          <p:spPr>
            <a:xfrm>
              <a:off x="6310565" y="2493876"/>
              <a:ext cx="4919384" cy="1631216"/>
            </a:xfrm>
            <a:prstGeom prst="rect">
              <a:avLst/>
            </a:prstGeom>
            <a:noFill/>
          </p:spPr>
          <p:txBody>
            <a:bodyPr wrap="square">
              <a:spAutoFit/>
            </a:bodyPr>
            <a:lstStyle/>
            <a:p>
              <a:pPr lvl="0"/>
              <a:r>
                <a:rPr lang="en-US" sz="2000" dirty="0">
                  <a:solidFill>
                    <a:srgbClr val="002060"/>
                  </a:solidFill>
                  <a:latin typeface="+mj-lt"/>
                </a:rPr>
                <a:t>Do not download WhatsApp or similar messaging apps on client laptops nor use the client laptops for personal use (e.g., personal email, online shopping, gaming)</a:t>
              </a:r>
            </a:p>
          </p:txBody>
        </p:sp>
        <p:pic>
          <p:nvPicPr>
            <p:cNvPr id="2" name="Picture 1">
              <a:extLst>
                <a:ext uri="{FF2B5EF4-FFF2-40B4-BE49-F238E27FC236}">
                  <a16:creationId xmlns:a16="http://schemas.microsoft.com/office/drawing/2014/main" id="{F97FD938-446D-5AE3-B712-721FF7F844BA}"/>
                </a:ext>
              </a:extLst>
            </p:cNvPr>
            <p:cNvPicPr>
              <a:picLocks noChangeAspect="1"/>
            </p:cNvPicPr>
            <p:nvPr/>
          </p:nvPicPr>
          <p:blipFill>
            <a:blip r:embed="rId3">
              <a:extLst>
                <a:ext uri="{28A0092B-C50C-407E-A947-70E740481C1C}">
                  <a14:useLocalDpi xmlns:a14="http://schemas.microsoft.com/office/drawing/2010/main" val="0"/>
                </a:ext>
              </a:extLst>
            </a:blip>
            <a:srcRect l="9197" r="9197"/>
            <a:stretch/>
          </p:blipFill>
          <p:spPr>
            <a:xfrm>
              <a:off x="538798" y="1483247"/>
              <a:ext cx="5441088" cy="3891505"/>
            </a:xfrm>
            <a:prstGeom prst="roundRect">
              <a:avLst>
                <a:gd name="adj" fmla="val 3483"/>
              </a:avLst>
            </a:prstGeom>
            <a:ln w="12700">
              <a:solidFill>
                <a:srgbClr val="00B0F0"/>
              </a:solidFill>
            </a:ln>
          </p:spPr>
        </p:pic>
      </p:grpSp>
    </p:spTree>
    <p:extLst>
      <p:ext uri="{BB962C8B-B14F-4D97-AF65-F5344CB8AC3E}">
        <p14:creationId xmlns:p14="http://schemas.microsoft.com/office/powerpoint/2010/main" val="13477379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BA648B-050B-9AC7-0EE4-8AEE80965046}"/>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19696BBD-62E0-D442-42D4-C26DE34E4472}"/>
              </a:ext>
            </a:extLst>
          </p:cNvPr>
          <p:cNvSpPr>
            <a:spLocks noGrp="1"/>
          </p:cNvSpPr>
          <p:nvPr>
            <p:ph type="body" sz="quarter" idx="10"/>
          </p:nvPr>
        </p:nvSpPr>
        <p:spPr/>
        <p:txBody>
          <a:bodyPr/>
          <a:lstStyle/>
          <a:p>
            <a:r>
              <a:rPr lang="en-US" dirty="0"/>
              <a:t>Security First</a:t>
            </a:r>
          </a:p>
        </p:txBody>
      </p:sp>
      <p:grpSp>
        <p:nvGrpSpPr>
          <p:cNvPr id="6" name="Group 5">
            <a:extLst>
              <a:ext uri="{FF2B5EF4-FFF2-40B4-BE49-F238E27FC236}">
                <a16:creationId xmlns:a16="http://schemas.microsoft.com/office/drawing/2014/main" id="{FB19D159-1114-B591-6228-7FDD68DF899B}"/>
              </a:ext>
            </a:extLst>
          </p:cNvPr>
          <p:cNvGrpSpPr/>
          <p:nvPr/>
        </p:nvGrpSpPr>
        <p:grpSpPr>
          <a:xfrm>
            <a:off x="585085" y="1480896"/>
            <a:ext cx="11021831" cy="3896209"/>
            <a:chOff x="538798" y="1478543"/>
            <a:chExt cx="11021831" cy="3896209"/>
          </a:xfrm>
        </p:grpSpPr>
        <p:sp>
          <p:nvSpPr>
            <p:cNvPr id="4" name="Rectangle: Rounded Corners 3">
              <a:extLst>
                <a:ext uri="{FF2B5EF4-FFF2-40B4-BE49-F238E27FC236}">
                  <a16:creationId xmlns:a16="http://schemas.microsoft.com/office/drawing/2014/main" id="{F4E629B9-75E0-FF27-4356-18A686DB0B5D}"/>
                </a:ext>
              </a:extLst>
            </p:cNvPr>
            <p:cNvSpPr/>
            <p:nvPr/>
          </p:nvSpPr>
          <p:spPr>
            <a:xfrm>
              <a:off x="4564743" y="1478543"/>
              <a:ext cx="6995886" cy="3896209"/>
            </a:xfrm>
            <a:prstGeom prst="roundRect">
              <a:avLst>
                <a:gd name="adj" fmla="val 4374"/>
              </a:avLst>
            </a:prstGeom>
            <a:solidFill>
              <a:schemeClr val="bg1">
                <a:lumMod val="95000"/>
              </a:schemeClr>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8131B718-105F-8010-0052-70A97CC1FD40}"/>
                </a:ext>
              </a:extLst>
            </p:cNvPr>
            <p:cNvSpPr txBox="1"/>
            <p:nvPr/>
          </p:nvSpPr>
          <p:spPr>
            <a:xfrm>
              <a:off x="6310565" y="2493876"/>
              <a:ext cx="4919384" cy="1323439"/>
            </a:xfrm>
            <a:prstGeom prst="rect">
              <a:avLst/>
            </a:prstGeom>
            <a:noFill/>
          </p:spPr>
          <p:txBody>
            <a:bodyPr wrap="square">
              <a:spAutoFit/>
            </a:bodyPr>
            <a:lstStyle/>
            <a:p>
              <a:pPr lvl="0"/>
              <a:r>
                <a:rPr lang="en-US" sz="2000" dirty="0">
                  <a:solidFill>
                    <a:srgbClr val="002060"/>
                  </a:solidFill>
                  <a:latin typeface="+mj-lt"/>
                </a:rPr>
                <a:t>Do not use unauthorized Al tools (</a:t>
              </a:r>
              <a:r>
                <a:rPr lang="en-US" sz="2000" dirty="0" err="1">
                  <a:solidFill>
                    <a:srgbClr val="002060"/>
                  </a:solidFill>
                  <a:latin typeface="+mj-lt"/>
                </a:rPr>
                <a:t>eg</a:t>
              </a:r>
              <a:r>
                <a:rPr lang="en-US" sz="2000" dirty="0">
                  <a:solidFill>
                    <a:srgbClr val="002060"/>
                  </a:solidFill>
                  <a:latin typeface="+mj-lt"/>
                </a:rPr>
                <a:t>, ChatGPT, Copilot, Bard, or browser extensions) on client laptops unless explicitly approved by the client.</a:t>
              </a:r>
            </a:p>
          </p:txBody>
        </p:sp>
        <p:pic>
          <p:nvPicPr>
            <p:cNvPr id="2" name="Picture 1">
              <a:extLst>
                <a:ext uri="{FF2B5EF4-FFF2-40B4-BE49-F238E27FC236}">
                  <a16:creationId xmlns:a16="http://schemas.microsoft.com/office/drawing/2014/main" id="{2D22698F-5486-AAFA-F4C6-69C791FF7917}"/>
                </a:ext>
              </a:extLst>
            </p:cNvPr>
            <p:cNvPicPr>
              <a:picLocks noChangeAspect="1"/>
            </p:cNvPicPr>
            <p:nvPr/>
          </p:nvPicPr>
          <p:blipFill>
            <a:blip r:embed="rId3">
              <a:extLst>
                <a:ext uri="{28A0092B-C50C-407E-A947-70E740481C1C}">
                  <a14:useLocalDpi xmlns:a14="http://schemas.microsoft.com/office/drawing/2010/main" val="0"/>
                </a:ext>
              </a:extLst>
            </a:blip>
            <a:srcRect t="96" b="96"/>
            <a:stretch/>
          </p:blipFill>
          <p:spPr>
            <a:xfrm>
              <a:off x="538798" y="1483247"/>
              <a:ext cx="5441088" cy="3891505"/>
            </a:xfrm>
            <a:prstGeom prst="roundRect">
              <a:avLst>
                <a:gd name="adj" fmla="val 3483"/>
              </a:avLst>
            </a:prstGeom>
            <a:ln w="12700">
              <a:solidFill>
                <a:srgbClr val="00B0F0"/>
              </a:solidFill>
            </a:ln>
          </p:spPr>
        </p:pic>
      </p:grpSp>
    </p:spTree>
    <p:extLst>
      <p:ext uri="{BB962C8B-B14F-4D97-AF65-F5344CB8AC3E}">
        <p14:creationId xmlns:p14="http://schemas.microsoft.com/office/powerpoint/2010/main" val="24928696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5A8B4-C8BC-20C2-0FBB-E7C2BB189D0B}"/>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8333C809-D028-3B5A-CDD3-8AA0E2C7B78B}"/>
              </a:ext>
            </a:extLst>
          </p:cNvPr>
          <p:cNvSpPr>
            <a:spLocks noGrp="1"/>
          </p:cNvSpPr>
          <p:nvPr>
            <p:ph type="body" sz="quarter" idx="10"/>
          </p:nvPr>
        </p:nvSpPr>
        <p:spPr/>
        <p:txBody>
          <a:bodyPr/>
          <a:lstStyle/>
          <a:p>
            <a:r>
              <a:rPr lang="en-US" dirty="0"/>
              <a:t>Security First</a:t>
            </a:r>
          </a:p>
        </p:txBody>
      </p:sp>
      <p:grpSp>
        <p:nvGrpSpPr>
          <p:cNvPr id="6" name="Group 5">
            <a:extLst>
              <a:ext uri="{FF2B5EF4-FFF2-40B4-BE49-F238E27FC236}">
                <a16:creationId xmlns:a16="http://schemas.microsoft.com/office/drawing/2014/main" id="{E66D0BD0-1C02-9AA3-DA55-66BDE043F58D}"/>
              </a:ext>
            </a:extLst>
          </p:cNvPr>
          <p:cNvGrpSpPr/>
          <p:nvPr/>
        </p:nvGrpSpPr>
        <p:grpSpPr>
          <a:xfrm>
            <a:off x="585085" y="1480896"/>
            <a:ext cx="11021831" cy="3896209"/>
            <a:chOff x="538798" y="1478543"/>
            <a:chExt cx="11021831" cy="3896209"/>
          </a:xfrm>
        </p:grpSpPr>
        <p:sp>
          <p:nvSpPr>
            <p:cNvPr id="4" name="Rectangle: Rounded Corners 3">
              <a:extLst>
                <a:ext uri="{FF2B5EF4-FFF2-40B4-BE49-F238E27FC236}">
                  <a16:creationId xmlns:a16="http://schemas.microsoft.com/office/drawing/2014/main" id="{B80DEF5D-2F67-3E3D-EF47-7FE0DA4FF010}"/>
                </a:ext>
              </a:extLst>
            </p:cNvPr>
            <p:cNvSpPr/>
            <p:nvPr/>
          </p:nvSpPr>
          <p:spPr>
            <a:xfrm>
              <a:off x="4564743" y="1478543"/>
              <a:ext cx="6995886" cy="3896209"/>
            </a:xfrm>
            <a:prstGeom prst="roundRect">
              <a:avLst>
                <a:gd name="adj" fmla="val 4374"/>
              </a:avLst>
            </a:prstGeom>
            <a:solidFill>
              <a:schemeClr val="bg1">
                <a:lumMod val="95000"/>
              </a:schemeClr>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E90C03F4-75A7-0F6A-90FF-EA6FE0571487}"/>
                </a:ext>
              </a:extLst>
            </p:cNvPr>
            <p:cNvSpPr txBox="1"/>
            <p:nvPr/>
          </p:nvSpPr>
          <p:spPr>
            <a:xfrm>
              <a:off x="6269969" y="1995486"/>
              <a:ext cx="5000577" cy="2862322"/>
            </a:xfrm>
            <a:prstGeom prst="rect">
              <a:avLst/>
            </a:prstGeom>
            <a:noFill/>
          </p:spPr>
          <p:txBody>
            <a:bodyPr wrap="square">
              <a:spAutoFit/>
            </a:bodyPr>
            <a:lstStyle/>
            <a:p>
              <a:pPr lvl="0"/>
              <a:r>
                <a:rPr lang="en-US" sz="2000" dirty="0">
                  <a:solidFill>
                    <a:srgbClr val="002060"/>
                  </a:solidFill>
                  <a:latin typeface="+mj-lt"/>
                </a:rPr>
                <a:t>Employees are strictly prohibited from uploading, transmitting, or exposing client-owned code or proprietary data to any external Large Language Model (LLM) platforms—including but not limited to ChatGPT, Gemini, </a:t>
              </a:r>
              <a:r>
                <a:rPr lang="en-US" sz="2000" dirty="0" err="1">
                  <a:solidFill>
                    <a:srgbClr val="002060"/>
                  </a:solidFill>
                  <a:latin typeface="+mj-lt"/>
                </a:rPr>
                <a:t>Sonet</a:t>
              </a:r>
              <a:r>
                <a:rPr lang="en-US" sz="2000" dirty="0">
                  <a:solidFill>
                    <a:srgbClr val="002060"/>
                  </a:solidFill>
                  <a:latin typeface="+mj-lt"/>
                </a:rPr>
                <a:t>, and </a:t>
              </a:r>
              <a:r>
                <a:rPr lang="en-US" sz="2000" dirty="0" err="1">
                  <a:solidFill>
                    <a:srgbClr val="002060"/>
                  </a:solidFill>
                  <a:latin typeface="+mj-lt"/>
                </a:rPr>
                <a:t>LLaMA</a:t>
              </a:r>
              <a:r>
                <a:rPr lang="en-US" sz="2000" dirty="0">
                  <a:solidFill>
                    <a:srgbClr val="002060"/>
                  </a:solidFill>
                  <a:latin typeface="+mj-lt"/>
                </a:rPr>
                <a:t>- without prior WRITTEN authorization from the client.</a:t>
              </a:r>
            </a:p>
          </p:txBody>
        </p:sp>
        <p:pic>
          <p:nvPicPr>
            <p:cNvPr id="2" name="Picture 1">
              <a:extLst>
                <a:ext uri="{FF2B5EF4-FFF2-40B4-BE49-F238E27FC236}">
                  <a16:creationId xmlns:a16="http://schemas.microsoft.com/office/drawing/2014/main" id="{DA219C91-5AF3-E77F-FC4D-86AFDD5EC664}"/>
                </a:ext>
              </a:extLst>
            </p:cNvPr>
            <p:cNvPicPr>
              <a:picLocks noChangeAspect="1"/>
            </p:cNvPicPr>
            <p:nvPr/>
          </p:nvPicPr>
          <p:blipFill>
            <a:blip r:embed="rId3">
              <a:extLst>
                <a:ext uri="{28A0092B-C50C-407E-A947-70E740481C1C}">
                  <a14:useLocalDpi xmlns:a14="http://schemas.microsoft.com/office/drawing/2010/main" val="0"/>
                </a:ext>
              </a:extLst>
            </a:blip>
            <a:srcRect t="96" b="96"/>
            <a:stretch/>
          </p:blipFill>
          <p:spPr>
            <a:xfrm>
              <a:off x="538798" y="1483247"/>
              <a:ext cx="5441088" cy="3891505"/>
            </a:xfrm>
            <a:prstGeom prst="roundRect">
              <a:avLst>
                <a:gd name="adj" fmla="val 3483"/>
              </a:avLst>
            </a:prstGeom>
            <a:ln w="12700">
              <a:solidFill>
                <a:srgbClr val="00B0F0"/>
              </a:solidFill>
            </a:ln>
          </p:spPr>
        </p:pic>
      </p:grpSp>
    </p:spTree>
    <p:extLst>
      <p:ext uri="{BB962C8B-B14F-4D97-AF65-F5344CB8AC3E}">
        <p14:creationId xmlns:p14="http://schemas.microsoft.com/office/powerpoint/2010/main" val="23834118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79086-78A3-DCEA-45D9-3BDB446DE9D6}"/>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8C0BF90A-81F2-EB63-C127-24E371293378}"/>
              </a:ext>
            </a:extLst>
          </p:cNvPr>
          <p:cNvSpPr>
            <a:spLocks noGrp="1"/>
          </p:cNvSpPr>
          <p:nvPr>
            <p:ph type="body" sz="quarter" idx="10"/>
          </p:nvPr>
        </p:nvSpPr>
        <p:spPr/>
        <p:txBody>
          <a:bodyPr/>
          <a:lstStyle/>
          <a:p>
            <a:r>
              <a:rPr lang="en-US" dirty="0"/>
              <a:t>Security First</a:t>
            </a:r>
          </a:p>
        </p:txBody>
      </p:sp>
      <p:grpSp>
        <p:nvGrpSpPr>
          <p:cNvPr id="6" name="Group 5">
            <a:extLst>
              <a:ext uri="{FF2B5EF4-FFF2-40B4-BE49-F238E27FC236}">
                <a16:creationId xmlns:a16="http://schemas.microsoft.com/office/drawing/2014/main" id="{AC7F5DEC-D579-3A4C-80A6-0EC25CC15DDC}"/>
              </a:ext>
            </a:extLst>
          </p:cNvPr>
          <p:cNvGrpSpPr/>
          <p:nvPr/>
        </p:nvGrpSpPr>
        <p:grpSpPr>
          <a:xfrm>
            <a:off x="585085" y="1480896"/>
            <a:ext cx="11021831" cy="3896209"/>
            <a:chOff x="538798" y="1478543"/>
            <a:chExt cx="11021831" cy="3896209"/>
          </a:xfrm>
        </p:grpSpPr>
        <p:sp>
          <p:nvSpPr>
            <p:cNvPr id="4" name="Rectangle: Rounded Corners 3">
              <a:extLst>
                <a:ext uri="{FF2B5EF4-FFF2-40B4-BE49-F238E27FC236}">
                  <a16:creationId xmlns:a16="http://schemas.microsoft.com/office/drawing/2014/main" id="{5FC2DB55-A6D1-7E45-DC02-C4418036924C}"/>
                </a:ext>
              </a:extLst>
            </p:cNvPr>
            <p:cNvSpPr/>
            <p:nvPr/>
          </p:nvSpPr>
          <p:spPr>
            <a:xfrm>
              <a:off x="4564743" y="1478543"/>
              <a:ext cx="6995886" cy="3896209"/>
            </a:xfrm>
            <a:prstGeom prst="roundRect">
              <a:avLst>
                <a:gd name="adj" fmla="val 4374"/>
              </a:avLst>
            </a:prstGeom>
            <a:solidFill>
              <a:schemeClr val="bg1">
                <a:lumMod val="95000"/>
              </a:schemeClr>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67C5B943-0884-269F-AF2D-232F80869213}"/>
                </a:ext>
              </a:extLst>
            </p:cNvPr>
            <p:cNvSpPr txBox="1"/>
            <p:nvPr/>
          </p:nvSpPr>
          <p:spPr>
            <a:xfrm>
              <a:off x="6269969" y="1995486"/>
              <a:ext cx="5000577" cy="2554545"/>
            </a:xfrm>
            <a:prstGeom prst="rect">
              <a:avLst/>
            </a:prstGeom>
            <a:noFill/>
          </p:spPr>
          <p:txBody>
            <a:bodyPr wrap="square">
              <a:spAutoFit/>
            </a:bodyPr>
            <a:lstStyle/>
            <a:p>
              <a:pPr lvl="0"/>
              <a:r>
                <a:rPr lang="en-US" sz="2000" dirty="0">
                  <a:solidFill>
                    <a:srgbClr val="002060"/>
                  </a:solidFill>
                  <a:latin typeface="+mj-lt"/>
                </a:rPr>
                <a:t>Do not directly incorporate code generated by AI tools (including but not limited to ChatGPT, Gemini, </a:t>
              </a:r>
              <a:r>
                <a:rPr lang="en-US" sz="2000" dirty="0" err="1">
                  <a:solidFill>
                    <a:srgbClr val="002060"/>
                  </a:solidFill>
                  <a:latin typeface="+mj-lt"/>
                </a:rPr>
                <a:t>Sonet</a:t>
              </a:r>
              <a:r>
                <a:rPr lang="en-US" sz="2000" dirty="0">
                  <a:solidFill>
                    <a:srgbClr val="002060"/>
                  </a:solidFill>
                  <a:latin typeface="+mj-lt"/>
                </a:rPr>
                <a:t>, </a:t>
              </a:r>
              <a:r>
                <a:rPr lang="en-US" sz="2000" dirty="0" err="1">
                  <a:solidFill>
                    <a:srgbClr val="002060"/>
                  </a:solidFill>
                  <a:latin typeface="+mj-lt"/>
                </a:rPr>
                <a:t>LLaMA</a:t>
              </a:r>
              <a:r>
                <a:rPr lang="en-US" sz="2000" dirty="0">
                  <a:solidFill>
                    <a:srgbClr val="002060"/>
                  </a:solidFill>
                  <a:latin typeface="+mj-lt"/>
                </a:rPr>
                <a:t>, or similar platforms) into any customer application or code repository without thorough validation and explicit WRITTEN approval from the client.</a:t>
              </a:r>
            </a:p>
          </p:txBody>
        </p:sp>
        <p:pic>
          <p:nvPicPr>
            <p:cNvPr id="2" name="Picture 1">
              <a:extLst>
                <a:ext uri="{FF2B5EF4-FFF2-40B4-BE49-F238E27FC236}">
                  <a16:creationId xmlns:a16="http://schemas.microsoft.com/office/drawing/2014/main" id="{0AC67BE7-F2E8-2A50-A627-B26AB54ACB16}"/>
                </a:ext>
              </a:extLst>
            </p:cNvPr>
            <p:cNvPicPr>
              <a:picLocks noChangeAspect="1"/>
            </p:cNvPicPr>
            <p:nvPr/>
          </p:nvPicPr>
          <p:blipFill>
            <a:blip r:embed="rId3">
              <a:extLst>
                <a:ext uri="{28A0092B-C50C-407E-A947-70E740481C1C}">
                  <a14:useLocalDpi xmlns:a14="http://schemas.microsoft.com/office/drawing/2010/main" val="0"/>
                </a:ext>
              </a:extLst>
            </a:blip>
            <a:srcRect t="96" b="96"/>
            <a:stretch/>
          </p:blipFill>
          <p:spPr>
            <a:xfrm>
              <a:off x="538798" y="1483247"/>
              <a:ext cx="5441088" cy="3891505"/>
            </a:xfrm>
            <a:prstGeom prst="roundRect">
              <a:avLst>
                <a:gd name="adj" fmla="val 3483"/>
              </a:avLst>
            </a:prstGeom>
            <a:ln w="12700">
              <a:solidFill>
                <a:srgbClr val="00B0F0"/>
              </a:solidFill>
            </a:ln>
          </p:spPr>
        </p:pic>
      </p:grpSp>
    </p:spTree>
    <p:extLst>
      <p:ext uri="{BB962C8B-B14F-4D97-AF65-F5344CB8AC3E}">
        <p14:creationId xmlns:p14="http://schemas.microsoft.com/office/powerpoint/2010/main" val="36593753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CC814-4766-2232-8CB1-637DF34BEDA9}"/>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0138D86E-4E51-E70D-4AC4-A541AEE299FA}"/>
              </a:ext>
            </a:extLst>
          </p:cNvPr>
          <p:cNvSpPr>
            <a:spLocks noGrp="1"/>
          </p:cNvSpPr>
          <p:nvPr>
            <p:ph type="body" sz="quarter" idx="10"/>
          </p:nvPr>
        </p:nvSpPr>
        <p:spPr/>
        <p:txBody>
          <a:bodyPr/>
          <a:lstStyle/>
          <a:p>
            <a:r>
              <a:rPr lang="en-US" dirty="0"/>
              <a:t>Security First</a:t>
            </a:r>
          </a:p>
        </p:txBody>
      </p:sp>
      <p:grpSp>
        <p:nvGrpSpPr>
          <p:cNvPr id="6" name="Group 5">
            <a:extLst>
              <a:ext uri="{FF2B5EF4-FFF2-40B4-BE49-F238E27FC236}">
                <a16:creationId xmlns:a16="http://schemas.microsoft.com/office/drawing/2014/main" id="{CA2695B0-9561-C51C-E30E-7E6CACE0936A}"/>
              </a:ext>
            </a:extLst>
          </p:cNvPr>
          <p:cNvGrpSpPr/>
          <p:nvPr/>
        </p:nvGrpSpPr>
        <p:grpSpPr>
          <a:xfrm>
            <a:off x="585085" y="1480896"/>
            <a:ext cx="11021831" cy="3896209"/>
            <a:chOff x="538798" y="1478543"/>
            <a:chExt cx="11021831" cy="3896209"/>
          </a:xfrm>
        </p:grpSpPr>
        <p:sp>
          <p:nvSpPr>
            <p:cNvPr id="4" name="Rectangle: Rounded Corners 3">
              <a:extLst>
                <a:ext uri="{FF2B5EF4-FFF2-40B4-BE49-F238E27FC236}">
                  <a16:creationId xmlns:a16="http://schemas.microsoft.com/office/drawing/2014/main" id="{AEADFE02-F8AE-4F78-25B6-BC8E28FFBEA0}"/>
                </a:ext>
              </a:extLst>
            </p:cNvPr>
            <p:cNvSpPr/>
            <p:nvPr/>
          </p:nvSpPr>
          <p:spPr>
            <a:xfrm>
              <a:off x="4564743" y="1478543"/>
              <a:ext cx="6995886" cy="3896209"/>
            </a:xfrm>
            <a:prstGeom prst="roundRect">
              <a:avLst>
                <a:gd name="adj" fmla="val 4374"/>
              </a:avLst>
            </a:prstGeom>
            <a:solidFill>
              <a:schemeClr val="bg1">
                <a:lumMod val="95000"/>
              </a:schemeClr>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010E5361-90D7-10C3-2EA3-55FA802F4749}"/>
                </a:ext>
              </a:extLst>
            </p:cNvPr>
            <p:cNvSpPr txBox="1"/>
            <p:nvPr/>
          </p:nvSpPr>
          <p:spPr>
            <a:xfrm>
              <a:off x="6269969" y="1995486"/>
              <a:ext cx="5000577" cy="2554545"/>
            </a:xfrm>
            <a:prstGeom prst="rect">
              <a:avLst/>
            </a:prstGeom>
            <a:noFill/>
          </p:spPr>
          <p:txBody>
            <a:bodyPr wrap="square">
              <a:spAutoFit/>
            </a:bodyPr>
            <a:lstStyle/>
            <a:p>
              <a:pPr lvl="0"/>
              <a:r>
                <a:rPr lang="en-US" sz="2000" dirty="0">
                  <a:solidFill>
                    <a:srgbClr val="002060"/>
                  </a:solidFill>
                  <a:latin typeface="+mj-lt"/>
                </a:rPr>
                <a:t>Do not connect AI tools, either directly or via plugins, APIs, or integrations, to customer code repositories, GitHub, or environments under any circumstances unless expressly authorized in writing by the client and approved by internal compliance.</a:t>
              </a:r>
            </a:p>
          </p:txBody>
        </p:sp>
        <p:pic>
          <p:nvPicPr>
            <p:cNvPr id="2" name="Picture 1">
              <a:extLst>
                <a:ext uri="{FF2B5EF4-FFF2-40B4-BE49-F238E27FC236}">
                  <a16:creationId xmlns:a16="http://schemas.microsoft.com/office/drawing/2014/main" id="{C3FEA0F6-24FC-6BE4-F6C9-71166BA03EE6}"/>
                </a:ext>
              </a:extLst>
            </p:cNvPr>
            <p:cNvPicPr>
              <a:picLocks noChangeAspect="1"/>
            </p:cNvPicPr>
            <p:nvPr/>
          </p:nvPicPr>
          <p:blipFill>
            <a:blip r:embed="rId3">
              <a:extLst>
                <a:ext uri="{28A0092B-C50C-407E-A947-70E740481C1C}">
                  <a14:useLocalDpi xmlns:a14="http://schemas.microsoft.com/office/drawing/2010/main" val="0"/>
                </a:ext>
              </a:extLst>
            </a:blip>
            <a:srcRect l="3393" r="3393"/>
            <a:stretch/>
          </p:blipFill>
          <p:spPr>
            <a:xfrm>
              <a:off x="538798" y="1483247"/>
              <a:ext cx="5441088" cy="3891505"/>
            </a:xfrm>
            <a:prstGeom prst="roundRect">
              <a:avLst>
                <a:gd name="adj" fmla="val 3483"/>
              </a:avLst>
            </a:prstGeom>
            <a:ln w="12700">
              <a:solidFill>
                <a:srgbClr val="00B0F0"/>
              </a:solidFill>
            </a:ln>
          </p:spPr>
        </p:pic>
      </p:grpSp>
    </p:spTree>
    <p:extLst>
      <p:ext uri="{BB962C8B-B14F-4D97-AF65-F5344CB8AC3E}">
        <p14:creationId xmlns:p14="http://schemas.microsoft.com/office/powerpoint/2010/main" val="24937680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6B414-EEB0-9355-A915-D9062AFC5373}"/>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E6C33FFC-6FBF-72AC-3D69-0EE3E7340DFA}"/>
              </a:ext>
            </a:extLst>
          </p:cNvPr>
          <p:cNvSpPr>
            <a:spLocks noGrp="1"/>
          </p:cNvSpPr>
          <p:nvPr>
            <p:ph type="body" sz="quarter" idx="10"/>
          </p:nvPr>
        </p:nvSpPr>
        <p:spPr/>
        <p:txBody>
          <a:bodyPr/>
          <a:lstStyle/>
          <a:p>
            <a:r>
              <a:rPr lang="en-US" dirty="0"/>
              <a:t>Security First</a:t>
            </a:r>
          </a:p>
        </p:txBody>
      </p:sp>
      <p:sp>
        <p:nvSpPr>
          <p:cNvPr id="3" name="TextBox 2">
            <a:extLst>
              <a:ext uri="{FF2B5EF4-FFF2-40B4-BE49-F238E27FC236}">
                <a16:creationId xmlns:a16="http://schemas.microsoft.com/office/drawing/2014/main" id="{C4972BA2-F896-F25A-737E-B38DC309FF0D}"/>
              </a:ext>
            </a:extLst>
          </p:cNvPr>
          <p:cNvSpPr txBox="1"/>
          <p:nvPr/>
        </p:nvSpPr>
        <p:spPr>
          <a:xfrm>
            <a:off x="674915" y="1227716"/>
            <a:ext cx="10677025" cy="646986"/>
          </a:xfrm>
          <a:prstGeom prst="roundRect">
            <a:avLst/>
          </a:prstGeom>
          <a:noFill/>
          <a:ln>
            <a:solidFill>
              <a:srgbClr val="002060"/>
            </a:solidFill>
          </a:ln>
        </p:spPr>
        <p:txBody>
          <a:bodyPr wrap="square">
            <a:spAutoFit/>
          </a:bodyPr>
          <a:lstStyle>
            <a:defPPr>
              <a:defRPr lang="en-US"/>
            </a:defPPr>
            <a:lvl1pPr>
              <a:defRPr b="1"/>
            </a:lvl1pPr>
          </a:lstStyle>
          <a:p>
            <a:r>
              <a:rPr lang="en-US" sz="1600" dirty="0"/>
              <a:t>Examples of Unauthorized Platforms:</a:t>
            </a:r>
          </a:p>
          <a:p>
            <a:r>
              <a:rPr lang="en-US" sz="1600" dirty="0"/>
              <a:t>The following platforms are considered unauthorized unless explicitly approved by the client:</a:t>
            </a:r>
          </a:p>
        </p:txBody>
      </p:sp>
      <p:sp>
        <p:nvSpPr>
          <p:cNvPr id="4" name="TextBox 3">
            <a:extLst>
              <a:ext uri="{FF2B5EF4-FFF2-40B4-BE49-F238E27FC236}">
                <a16:creationId xmlns:a16="http://schemas.microsoft.com/office/drawing/2014/main" id="{67B1ADDA-5AD5-D710-5497-CD9AF2982510}"/>
              </a:ext>
            </a:extLst>
          </p:cNvPr>
          <p:cNvSpPr txBox="1"/>
          <p:nvPr/>
        </p:nvSpPr>
        <p:spPr>
          <a:xfrm>
            <a:off x="674916" y="2135029"/>
            <a:ext cx="1874998" cy="1833443"/>
          </a:xfrm>
          <a:prstGeom prst="roundRect">
            <a:avLst>
              <a:gd name="adj" fmla="val 3207"/>
            </a:avLst>
          </a:prstGeom>
          <a:solidFill>
            <a:srgbClr val="D9EDFF"/>
          </a:solidFill>
          <a:ln>
            <a:solidFill>
              <a:srgbClr val="002060"/>
            </a:solidFill>
          </a:ln>
        </p:spPr>
        <p:txBody>
          <a:bodyPr wrap="square">
            <a:spAutoFit/>
          </a:bodyPr>
          <a:lstStyle/>
          <a:p>
            <a:r>
              <a:rPr lang="en-US" sz="1400" b="1" dirty="0">
                <a:solidFill>
                  <a:srgbClr val="002060"/>
                </a:solidFill>
              </a:rPr>
              <a:t>Cloud storage: </a:t>
            </a:r>
            <a:r>
              <a:rPr lang="en-US" sz="1400" dirty="0"/>
              <a:t>Google Drive, Dropbox, Box, iCloud Messaging apps: WhatsApp, Telegram, Signal, Slack (non-client instances)</a:t>
            </a:r>
          </a:p>
        </p:txBody>
      </p:sp>
      <p:sp>
        <p:nvSpPr>
          <p:cNvPr id="6" name="TextBox 5">
            <a:extLst>
              <a:ext uri="{FF2B5EF4-FFF2-40B4-BE49-F238E27FC236}">
                <a16:creationId xmlns:a16="http://schemas.microsoft.com/office/drawing/2014/main" id="{48622488-B8FF-5C30-5DE5-C4AF9788F68F}"/>
              </a:ext>
            </a:extLst>
          </p:cNvPr>
          <p:cNvSpPr txBox="1"/>
          <p:nvPr/>
        </p:nvSpPr>
        <p:spPr>
          <a:xfrm>
            <a:off x="674915" y="4228797"/>
            <a:ext cx="10677025" cy="1021556"/>
          </a:xfrm>
          <a:prstGeom prst="roundRect">
            <a:avLst>
              <a:gd name="adj" fmla="val 9208"/>
            </a:avLst>
          </a:prstGeom>
          <a:noFill/>
          <a:ln>
            <a:solidFill>
              <a:srgbClr val="002060"/>
            </a:solidFill>
          </a:ln>
        </p:spPr>
        <p:txBody>
          <a:bodyPr wrap="square">
            <a:spAutoFit/>
          </a:bodyPr>
          <a:lstStyle/>
          <a:p>
            <a:r>
              <a:rPr lang="en-US" b="1" dirty="0"/>
              <a:t>Examples of Non-Approved Utilities</a:t>
            </a:r>
            <a:r>
              <a:rPr lang="en-US" dirty="0"/>
              <a:t>:</a:t>
            </a:r>
          </a:p>
          <a:p>
            <a:r>
              <a:rPr lang="en-US" dirty="0"/>
              <a:t>System &amp; Maintenance Tools -CCleaner, Driver Booster </a:t>
            </a:r>
          </a:p>
          <a:p>
            <a:r>
              <a:rPr lang="en-US" b="1" dirty="0"/>
              <a:t>Examples of 3</a:t>
            </a:r>
            <a:r>
              <a:rPr lang="en-US" b="1" baseline="30000" dirty="0"/>
              <a:t>rd</a:t>
            </a:r>
            <a:r>
              <a:rPr lang="en-US" b="1" dirty="0"/>
              <a:t> Party software</a:t>
            </a:r>
            <a:r>
              <a:rPr lang="en-US" dirty="0"/>
              <a:t>: Slack, Google meet, Zoom, </a:t>
            </a:r>
          </a:p>
        </p:txBody>
      </p:sp>
      <p:sp>
        <p:nvSpPr>
          <p:cNvPr id="8" name="TextBox 7">
            <a:extLst>
              <a:ext uri="{FF2B5EF4-FFF2-40B4-BE49-F238E27FC236}">
                <a16:creationId xmlns:a16="http://schemas.microsoft.com/office/drawing/2014/main" id="{628676A7-3823-DA0F-E3C9-12366941E3BE}"/>
              </a:ext>
            </a:extLst>
          </p:cNvPr>
          <p:cNvSpPr txBox="1"/>
          <p:nvPr/>
        </p:nvSpPr>
        <p:spPr>
          <a:xfrm>
            <a:off x="2875423" y="2135028"/>
            <a:ext cx="1874998" cy="1833443"/>
          </a:xfrm>
          <a:prstGeom prst="roundRect">
            <a:avLst>
              <a:gd name="adj" fmla="val 3207"/>
            </a:avLst>
          </a:prstGeom>
          <a:solidFill>
            <a:srgbClr val="D9EDFF"/>
          </a:solidFill>
          <a:ln>
            <a:solidFill>
              <a:srgbClr val="002060"/>
            </a:solidFill>
          </a:ln>
        </p:spPr>
        <p:txBody>
          <a:bodyPr wrap="square">
            <a:noAutofit/>
          </a:bodyPr>
          <a:lstStyle/>
          <a:p>
            <a:r>
              <a:rPr lang="en-US" sz="1400" b="1" dirty="0">
                <a:solidFill>
                  <a:srgbClr val="002060"/>
                </a:solidFill>
              </a:rPr>
              <a:t>Email services: </a:t>
            </a:r>
            <a:r>
              <a:rPr lang="en-US" sz="1400" dirty="0"/>
              <a:t>Gmail Yahoo Mail, Outlook.com</a:t>
            </a:r>
          </a:p>
        </p:txBody>
      </p:sp>
      <p:sp>
        <p:nvSpPr>
          <p:cNvPr id="9" name="TextBox 8">
            <a:extLst>
              <a:ext uri="{FF2B5EF4-FFF2-40B4-BE49-F238E27FC236}">
                <a16:creationId xmlns:a16="http://schemas.microsoft.com/office/drawing/2014/main" id="{6CBF36C4-EB9B-E192-BC9C-1599A90D0C8D}"/>
              </a:ext>
            </a:extLst>
          </p:cNvPr>
          <p:cNvSpPr txBox="1"/>
          <p:nvPr/>
        </p:nvSpPr>
        <p:spPr>
          <a:xfrm>
            <a:off x="5075930" y="2135028"/>
            <a:ext cx="1874998" cy="1833443"/>
          </a:xfrm>
          <a:prstGeom prst="roundRect">
            <a:avLst>
              <a:gd name="adj" fmla="val 3207"/>
            </a:avLst>
          </a:prstGeom>
          <a:solidFill>
            <a:srgbClr val="D9EDFF"/>
          </a:solidFill>
          <a:ln>
            <a:solidFill>
              <a:srgbClr val="002060"/>
            </a:solidFill>
          </a:ln>
        </p:spPr>
        <p:txBody>
          <a:bodyPr wrap="square">
            <a:noAutofit/>
          </a:bodyPr>
          <a:lstStyle/>
          <a:p>
            <a:r>
              <a:rPr lang="en-US" sz="1400" b="1" dirty="0">
                <a:solidFill>
                  <a:srgbClr val="002060"/>
                </a:solidFill>
              </a:rPr>
              <a:t>File-sharing tools: </a:t>
            </a:r>
            <a:r>
              <a:rPr lang="en-US" sz="1400" dirty="0"/>
              <a:t>WeTransfer, Mega, </a:t>
            </a:r>
            <a:r>
              <a:rPr lang="en-US" sz="1400" dirty="0" err="1"/>
              <a:t>AirDrop</a:t>
            </a:r>
            <a:endParaRPr lang="en-US" sz="1400" dirty="0"/>
          </a:p>
        </p:txBody>
      </p:sp>
      <p:sp>
        <p:nvSpPr>
          <p:cNvPr id="10" name="TextBox 9">
            <a:extLst>
              <a:ext uri="{FF2B5EF4-FFF2-40B4-BE49-F238E27FC236}">
                <a16:creationId xmlns:a16="http://schemas.microsoft.com/office/drawing/2014/main" id="{48B6E265-442B-9995-9236-E3083AB8C581}"/>
              </a:ext>
            </a:extLst>
          </p:cNvPr>
          <p:cNvSpPr txBox="1"/>
          <p:nvPr/>
        </p:nvSpPr>
        <p:spPr>
          <a:xfrm>
            <a:off x="7276437" y="2135028"/>
            <a:ext cx="1874998" cy="1833443"/>
          </a:xfrm>
          <a:prstGeom prst="roundRect">
            <a:avLst>
              <a:gd name="adj" fmla="val 3207"/>
            </a:avLst>
          </a:prstGeom>
          <a:solidFill>
            <a:srgbClr val="D9EDFF"/>
          </a:solidFill>
          <a:ln>
            <a:solidFill>
              <a:srgbClr val="002060"/>
            </a:solidFill>
          </a:ln>
        </p:spPr>
        <p:txBody>
          <a:bodyPr wrap="square">
            <a:noAutofit/>
          </a:bodyPr>
          <a:lstStyle/>
          <a:p>
            <a:r>
              <a:rPr lang="en-US" sz="1400" b="1" dirty="0">
                <a:solidFill>
                  <a:srgbClr val="002060"/>
                </a:solidFill>
              </a:rPr>
              <a:t>Social media: </a:t>
            </a:r>
            <a:r>
              <a:rPr lang="en-US" sz="1400" dirty="0"/>
              <a:t>Facebook, Instagram, </a:t>
            </a:r>
            <a:r>
              <a:rPr lang="en-US" sz="1400" dirty="0" err="1"/>
              <a:t>Linkedin</a:t>
            </a:r>
            <a:r>
              <a:rPr lang="en-US" sz="1400" dirty="0"/>
              <a:t>, Twitter</a:t>
            </a:r>
          </a:p>
        </p:txBody>
      </p:sp>
      <p:sp>
        <p:nvSpPr>
          <p:cNvPr id="11" name="TextBox 10">
            <a:extLst>
              <a:ext uri="{FF2B5EF4-FFF2-40B4-BE49-F238E27FC236}">
                <a16:creationId xmlns:a16="http://schemas.microsoft.com/office/drawing/2014/main" id="{17ACA7EF-86DB-BA24-46EC-2DDC8F339818}"/>
              </a:ext>
            </a:extLst>
          </p:cNvPr>
          <p:cNvSpPr txBox="1"/>
          <p:nvPr/>
        </p:nvSpPr>
        <p:spPr>
          <a:xfrm>
            <a:off x="9476944" y="2135028"/>
            <a:ext cx="1874998" cy="1833443"/>
          </a:xfrm>
          <a:prstGeom prst="roundRect">
            <a:avLst>
              <a:gd name="adj" fmla="val 3207"/>
            </a:avLst>
          </a:prstGeom>
          <a:solidFill>
            <a:srgbClr val="D9EDFF"/>
          </a:solidFill>
          <a:ln>
            <a:solidFill>
              <a:srgbClr val="002060"/>
            </a:solidFill>
          </a:ln>
        </p:spPr>
        <p:txBody>
          <a:bodyPr wrap="square">
            <a:noAutofit/>
          </a:bodyPr>
          <a:lstStyle/>
          <a:p>
            <a:r>
              <a:rPr lang="en-US" sz="1400" b="1" dirty="0">
                <a:solidFill>
                  <a:srgbClr val="002060"/>
                </a:solidFill>
              </a:rPr>
              <a:t>Al tools: </a:t>
            </a:r>
          </a:p>
          <a:p>
            <a:r>
              <a:rPr lang="en-US" sz="1400" dirty="0"/>
              <a:t>ChatGPT, Copilot, Bard, Claude, browser-based Al extensions</a:t>
            </a:r>
          </a:p>
        </p:txBody>
      </p:sp>
    </p:spTree>
    <p:extLst>
      <p:ext uri="{BB962C8B-B14F-4D97-AF65-F5344CB8AC3E}">
        <p14:creationId xmlns:p14="http://schemas.microsoft.com/office/powerpoint/2010/main" val="42503416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close up of a building&#10;&#10;Description automatically generated">
            <a:extLst>
              <a:ext uri="{FF2B5EF4-FFF2-40B4-BE49-F238E27FC236}">
                <a16:creationId xmlns:a16="http://schemas.microsoft.com/office/drawing/2014/main" id="{2FE0205F-0DA7-1698-250C-0140C0D035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30" y="0"/>
            <a:ext cx="12182140" cy="6858000"/>
          </a:xfrm>
          <a:prstGeom prst="rect">
            <a:avLst/>
          </a:prstGeom>
        </p:spPr>
      </p:pic>
      <p:sp>
        <p:nvSpPr>
          <p:cNvPr id="10" name="Rectangle 9">
            <a:extLst>
              <a:ext uri="{FF2B5EF4-FFF2-40B4-BE49-F238E27FC236}">
                <a16:creationId xmlns:a16="http://schemas.microsoft.com/office/drawing/2014/main" id="{FFB643C6-6878-AE64-679B-B42609A9B23C}"/>
              </a:ext>
            </a:extLst>
          </p:cNvPr>
          <p:cNvSpPr>
            <a:spLocks/>
          </p:cNvSpPr>
          <p:nvPr/>
        </p:nvSpPr>
        <p:spPr>
          <a:xfrm>
            <a:off x="0" y="0"/>
            <a:ext cx="12192000" cy="6858000"/>
          </a:xfrm>
          <a:prstGeom prst="rect">
            <a:avLst/>
          </a:prstGeom>
          <a:solidFill>
            <a:srgbClr val="24255B">
              <a:alpha val="90000"/>
            </a:srgbClr>
          </a:solidFill>
          <a:ln w="12700" cap="flat" cmpd="sng" algn="ctr">
            <a:solidFill>
              <a:srgbClr val="4472C4">
                <a:shade val="1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Poppins"/>
              <a:ea typeface="+mn-ea"/>
              <a:cs typeface="+mn-cs"/>
            </a:endParaRPr>
          </a:p>
        </p:txBody>
      </p:sp>
      <p:pic>
        <p:nvPicPr>
          <p:cNvPr id="11" name="Picture 10">
            <a:extLst>
              <a:ext uri="{FF2B5EF4-FFF2-40B4-BE49-F238E27FC236}">
                <a16:creationId xmlns:a16="http://schemas.microsoft.com/office/drawing/2014/main" id="{3131C023-BE9C-5EFC-6B1F-210F5D9F61E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9365381" y="406159"/>
            <a:ext cx="2358454" cy="807032"/>
          </a:xfrm>
          <a:prstGeom prst="rect">
            <a:avLst/>
          </a:prstGeom>
        </p:spPr>
      </p:pic>
      <p:sp>
        <p:nvSpPr>
          <p:cNvPr id="12" name="TextBox 11">
            <a:extLst>
              <a:ext uri="{FF2B5EF4-FFF2-40B4-BE49-F238E27FC236}">
                <a16:creationId xmlns:a16="http://schemas.microsoft.com/office/drawing/2014/main" id="{C8DEBEED-E263-C253-2D74-5556520616FD}"/>
              </a:ext>
            </a:extLst>
          </p:cNvPr>
          <p:cNvSpPr txBox="1"/>
          <p:nvPr/>
        </p:nvSpPr>
        <p:spPr>
          <a:xfrm>
            <a:off x="723944" y="3414024"/>
            <a:ext cx="3172663"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Poppins"/>
                <a:ea typeface="+mn-ea"/>
                <a:cs typeface="Poppins" panose="00000500000000000000" pitchFamily="2" charset="0"/>
              </a:rPr>
              <a:t>Thank You!</a:t>
            </a:r>
          </a:p>
        </p:txBody>
      </p:sp>
      <p:sp>
        <p:nvSpPr>
          <p:cNvPr id="13" name="Rectangle 12">
            <a:extLst>
              <a:ext uri="{FF2B5EF4-FFF2-40B4-BE49-F238E27FC236}">
                <a16:creationId xmlns:a16="http://schemas.microsoft.com/office/drawing/2014/main" id="{ED94E5CE-3B4E-57E0-D5DB-76662725C093}"/>
              </a:ext>
            </a:extLst>
          </p:cNvPr>
          <p:cNvSpPr/>
          <p:nvPr/>
        </p:nvSpPr>
        <p:spPr>
          <a:xfrm>
            <a:off x="442913" y="3126088"/>
            <a:ext cx="84667" cy="1283758"/>
          </a:xfrm>
          <a:prstGeom prst="rect">
            <a:avLst/>
          </a:prstGeom>
          <a:solidFill>
            <a:srgbClr val="EB4925"/>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Poppins"/>
              <a:ea typeface="+mn-ea"/>
              <a:cs typeface="+mn-cs"/>
            </a:endParaRPr>
          </a:p>
        </p:txBody>
      </p:sp>
      <p:sp>
        <p:nvSpPr>
          <p:cNvPr id="14" name="TextBox 13">
            <a:extLst>
              <a:ext uri="{FF2B5EF4-FFF2-40B4-BE49-F238E27FC236}">
                <a16:creationId xmlns:a16="http://schemas.microsoft.com/office/drawing/2014/main" id="{A3F138B1-2430-28AD-9666-D2C13E30DD66}"/>
              </a:ext>
            </a:extLst>
          </p:cNvPr>
          <p:cNvSpPr txBox="1"/>
          <p:nvPr/>
        </p:nvSpPr>
        <p:spPr>
          <a:xfrm>
            <a:off x="10537147" y="6252836"/>
            <a:ext cx="1511952" cy="307777"/>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Poppins"/>
                <a:ea typeface="+mn-ea"/>
                <a:cs typeface="Poppins" panose="00000500000000000000" pitchFamily="2" charset="0"/>
              </a:rPr>
              <a:t>www.relanto.ai</a:t>
            </a:r>
          </a:p>
        </p:txBody>
      </p:sp>
    </p:spTree>
    <p:extLst>
      <p:ext uri="{BB962C8B-B14F-4D97-AF65-F5344CB8AC3E}">
        <p14:creationId xmlns:p14="http://schemas.microsoft.com/office/powerpoint/2010/main" val="353468974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ustom 1">
      <a:majorFont>
        <a:latin typeface="Poppins SemiBold"/>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Relanto colors">
      <a:dk1>
        <a:srgbClr val="FFFFFF"/>
      </a:dk1>
      <a:lt1>
        <a:srgbClr val="FFFFFF"/>
      </a:lt1>
      <a:dk2>
        <a:srgbClr val="FFFFFF"/>
      </a:dk2>
      <a:lt2>
        <a:srgbClr val="FFFFFF"/>
      </a:lt2>
      <a:accent1>
        <a:srgbClr val="002E87"/>
      </a:accent1>
      <a:accent2>
        <a:srgbClr val="24255B"/>
      </a:accent2>
      <a:accent3>
        <a:srgbClr val="1EADFA"/>
      </a:accent3>
      <a:accent4>
        <a:srgbClr val="0070C0"/>
      </a:accent4>
      <a:accent5>
        <a:srgbClr val="498AAD"/>
      </a:accent5>
      <a:accent6>
        <a:srgbClr val="39C1BF"/>
      </a:accent6>
      <a:hlink>
        <a:srgbClr val="467886"/>
      </a:hlink>
      <a:folHlink>
        <a:srgbClr val="96607D"/>
      </a:folHlink>
    </a:clrScheme>
    <a:fontScheme name="Custom 1">
      <a:majorFont>
        <a:latin typeface="Poppins SemiBold"/>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3519</TotalTime>
  <Words>747</Words>
  <Application>Microsoft Office PowerPoint</Application>
  <PresentationFormat>Widescreen</PresentationFormat>
  <Paragraphs>73</Paragraphs>
  <Slides>17</Slides>
  <Notes>13</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17</vt:i4>
      </vt:variant>
    </vt:vector>
  </HeadingPairs>
  <TitlesOfParts>
    <vt:vector size="25" baseType="lpstr">
      <vt:lpstr>Aptos</vt:lpstr>
      <vt:lpstr>Arial</vt:lpstr>
      <vt:lpstr>Gotham</vt:lpstr>
      <vt:lpstr>Poppins</vt:lpstr>
      <vt:lpstr>Poppins SemiBold</vt:lpstr>
      <vt:lpstr>Segoe UI</vt:lpstr>
      <vt:lpstr>1_Office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Jharana Das</dc:creator>
  <cp:lastModifiedBy>Manoj Hosamani</cp:lastModifiedBy>
  <cp:revision>27</cp:revision>
  <dcterms:created xsi:type="dcterms:W3CDTF">2025-09-16T04:36:55Z</dcterms:created>
  <dcterms:modified xsi:type="dcterms:W3CDTF">2025-11-06T13:15:32Z</dcterms:modified>
</cp:coreProperties>
</file>